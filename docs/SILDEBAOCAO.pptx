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57" r:id="rId4"/>
    <p:sldId id="266" r:id="rId5"/>
    <p:sldId id="259" r:id="rId6"/>
    <p:sldId id="269" r:id="rId7"/>
    <p:sldId id="258" r:id="rId8"/>
    <p:sldId id="268" r:id="rId9"/>
    <p:sldId id="263" r:id="rId10"/>
    <p:sldId id="270" r:id="rId11"/>
    <p:sldId id="271" r:id="rId12"/>
    <p:sldId id="264" r:id="rId13"/>
    <p:sldId id="261" r:id="rId14"/>
    <p:sldId id="265" r:id="rId15"/>
  </p:sldIdLst>
  <p:sldSz cx="18288000" cy="10287000"/>
  <p:notesSz cx="6858000" cy="9144000"/>
  <p:embeddedFontLst>
    <p:embeddedFont>
      <p:font typeface="Helvetica World" panose="020B0604020202020204" charset="-128"/>
      <p:regular r:id="rId17"/>
    </p:embeddedFont>
    <p:embeddedFont>
      <p:font typeface="Helvetica World Bold" panose="020B0604020202020204" charset="-128"/>
      <p:regular r:id="rId18"/>
    </p:embeddedFont>
    <p:embeddedFont>
      <p:font typeface="Chau Philomene" panose="020B0604020202020204" charset="0"/>
      <p:regular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Roboto Condensed" panose="02000000000000000000" pitchFamily="2" charset="0"/>
      <p:regular r:id="rId24"/>
      <p:bold r:id="rId25"/>
      <p:italic r:id="rId26"/>
      <p:boldItalic r:id="rId27"/>
    </p:embeddedFont>
    <p:embeddedFont>
      <p:font typeface="Roboto Condensed Bold" panose="02000000000000000000" pitchFamily="2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796F"/>
    <a:srgbClr val="A6E5B5"/>
    <a:srgbClr val="00B05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379" autoAdjust="0"/>
  </p:normalViewPr>
  <p:slideViewPr>
    <p:cSldViewPr>
      <p:cViewPr>
        <p:scale>
          <a:sx n="50" d="100"/>
          <a:sy n="50" d="100"/>
        </p:scale>
        <p:origin x="51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o Khai Minh" userId="ef3305b0cd1446ab" providerId="LiveId" clId="{B44E1700-FE64-43C6-B599-A0143E420E5B}"/>
    <pc:docChg chg="undo custSel addSld delSld modSld sldOrd">
      <pc:chgData name="Cao Khai Minh" userId="ef3305b0cd1446ab" providerId="LiveId" clId="{B44E1700-FE64-43C6-B599-A0143E420E5B}" dt="2025-07-07T15:15:37.654" v="2555" actId="20577"/>
      <pc:docMkLst>
        <pc:docMk/>
      </pc:docMkLst>
      <pc:sldChg chg="addSp delSp modSp mod">
        <pc:chgData name="Cao Khai Minh" userId="ef3305b0cd1446ab" providerId="LiveId" clId="{B44E1700-FE64-43C6-B599-A0143E420E5B}" dt="2025-07-07T11:38:15.928" v="1380" actId="1076"/>
        <pc:sldMkLst>
          <pc:docMk/>
          <pc:sldMk cId="0" sldId="256"/>
        </pc:sldMkLst>
        <pc:spChg chg="add mod">
          <ac:chgData name="Cao Khai Minh" userId="ef3305b0cd1446ab" providerId="LiveId" clId="{B44E1700-FE64-43C6-B599-A0143E420E5B}" dt="2025-07-07T02:15:15.797" v="1043" actId="1076"/>
          <ac:spMkLst>
            <pc:docMk/>
            <pc:sldMk cId="0" sldId="256"/>
            <ac:spMk id="5" creationId="{5765FE81-8051-2A2F-F762-35DD633178D7}"/>
          </ac:spMkLst>
        </pc:spChg>
        <pc:spChg chg="add del mod">
          <ac:chgData name="Cao Khai Minh" userId="ef3305b0cd1446ab" providerId="LiveId" clId="{B44E1700-FE64-43C6-B599-A0143E420E5B}" dt="2025-07-07T11:38:11.621" v="1379" actId="478"/>
          <ac:spMkLst>
            <pc:docMk/>
            <pc:sldMk cId="0" sldId="256"/>
            <ac:spMk id="6" creationId="{1A6C02E8-B011-8D1A-CFEB-7DB94E353A43}"/>
          </ac:spMkLst>
        </pc:spChg>
        <pc:spChg chg="add mod">
          <ac:chgData name="Cao Khai Minh" userId="ef3305b0cd1446ab" providerId="LiveId" clId="{B44E1700-FE64-43C6-B599-A0143E420E5B}" dt="2025-07-07T02:15:35.190" v="1045" actId="1076"/>
          <ac:spMkLst>
            <pc:docMk/>
            <pc:sldMk cId="0" sldId="256"/>
            <ac:spMk id="7" creationId="{1D8C196A-DDE3-8ED9-2162-E03F05680A0C}"/>
          </ac:spMkLst>
        </pc:spChg>
        <pc:spChg chg="add mod">
          <ac:chgData name="Cao Khai Minh" userId="ef3305b0cd1446ab" providerId="LiveId" clId="{B44E1700-FE64-43C6-B599-A0143E420E5B}" dt="2025-07-07T11:38:15.928" v="1380" actId="1076"/>
          <ac:spMkLst>
            <pc:docMk/>
            <pc:sldMk cId="0" sldId="256"/>
            <ac:spMk id="9" creationId="{768699DD-9135-8F10-D31A-3D37C846CBEC}"/>
          </ac:spMkLst>
        </pc:spChg>
        <pc:spChg chg="add mod">
          <ac:chgData name="Cao Khai Minh" userId="ef3305b0cd1446ab" providerId="LiveId" clId="{B44E1700-FE64-43C6-B599-A0143E420E5B}" dt="2025-07-07T02:16:19.133" v="1069" actId="113"/>
          <ac:spMkLst>
            <pc:docMk/>
            <pc:sldMk cId="0" sldId="256"/>
            <ac:spMk id="11" creationId="{1C56D9AC-678C-5BBF-24B0-D42CE6105B7B}"/>
          </ac:spMkLst>
        </pc:spChg>
        <pc:spChg chg="add mod">
          <ac:chgData name="Cao Khai Minh" userId="ef3305b0cd1446ab" providerId="LiveId" clId="{B44E1700-FE64-43C6-B599-A0143E420E5B}" dt="2025-07-07T02:16:19.788" v="1070" actId="113"/>
          <ac:spMkLst>
            <pc:docMk/>
            <pc:sldMk cId="0" sldId="256"/>
            <ac:spMk id="13" creationId="{EAA686E5-9DF8-E118-EED3-C3AB59720911}"/>
          </ac:spMkLst>
        </pc:spChg>
        <pc:picChg chg="add mod">
          <ac:chgData name="Cao Khai Minh" userId="ef3305b0cd1446ab" providerId="LiveId" clId="{B44E1700-FE64-43C6-B599-A0143E420E5B}" dt="2025-07-07T00:43:23.079" v="546"/>
          <ac:picMkLst>
            <pc:docMk/>
            <pc:sldMk cId="0" sldId="256"/>
            <ac:picMk id="2" creationId="{46906136-068E-7FD6-2243-05B621BF70A6}"/>
          </ac:picMkLst>
        </pc:picChg>
      </pc:sldChg>
      <pc:sldChg chg="addSp delSp modSp mod">
        <pc:chgData name="Cao Khai Minh" userId="ef3305b0cd1446ab" providerId="LiveId" clId="{B44E1700-FE64-43C6-B599-A0143E420E5B}" dt="2025-07-07T15:13:14.699" v="2518" actId="1076"/>
        <pc:sldMkLst>
          <pc:docMk/>
          <pc:sldMk cId="0" sldId="257"/>
        </pc:sldMkLst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2" creationId="{988F80D5-2CE7-2CA1-F2FF-B1986388569A}"/>
          </ac:spMkLst>
        </pc:spChg>
        <pc:spChg chg="add del mod">
          <ac:chgData name="Cao Khai Minh" userId="ef3305b0cd1446ab" providerId="LiveId" clId="{B44E1700-FE64-43C6-B599-A0143E420E5B}" dt="2025-07-07T14:50:00.928" v="2305" actId="478"/>
          <ac:spMkLst>
            <pc:docMk/>
            <pc:sldMk cId="0" sldId="257"/>
            <ac:spMk id="3" creationId="{0F2DBD94-EAEA-0D51-B2AE-64CEF4CF749B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3" creationId="{D8BC4F21-13DF-7570-2E8D-80CE19E24472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4" creationId="{324DE5C5-470E-312E-7180-33627F51576A}"/>
          </ac:spMkLst>
        </pc:spChg>
        <pc:spChg chg="add del mod">
          <ac:chgData name="Cao Khai Minh" userId="ef3305b0cd1446ab" providerId="LiveId" clId="{B44E1700-FE64-43C6-B599-A0143E420E5B}" dt="2025-07-07T14:53:43.754" v="2387" actId="478"/>
          <ac:spMkLst>
            <pc:docMk/>
            <pc:sldMk cId="0" sldId="257"/>
            <ac:spMk id="5" creationId="{0D64B767-9A94-7BC9-51B6-D06786FBE228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5" creationId="{8D2DF421-F044-C8F4-2693-7A209B482C29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6" creationId="{868935CF-0396-953C-3A10-C5ED0CB1C4B7}"/>
          </ac:spMkLst>
        </pc:spChg>
        <pc:spChg chg="add mod">
          <ac:chgData name="Cao Khai Minh" userId="ef3305b0cd1446ab" providerId="LiveId" clId="{B44E1700-FE64-43C6-B599-A0143E420E5B}" dt="2025-07-07T14:30:34.648" v="2204" actId="1076"/>
          <ac:spMkLst>
            <pc:docMk/>
            <pc:sldMk cId="0" sldId="257"/>
            <ac:spMk id="6" creationId="{9BBA880A-ED3D-3D84-4DDD-2C47E8F46EC0}"/>
          </ac:spMkLst>
        </pc:spChg>
        <pc:spChg chg="add mod">
          <ac:chgData name="Cao Khai Minh" userId="ef3305b0cd1446ab" providerId="LiveId" clId="{B44E1700-FE64-43C6-B599-A0143E420E5B}" dt="2025-07-07T14:56:56.556" v="2420" actId="14100"/>
          <ac:spMkLst>
            <pc:docMk/>
            <pc:sldMk cId="0" sldId="257"/>
            <ac:spMk id="7" creationId="{6EE6F2C2-1DED-0ABA-E6DE-5CABD1D65A95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7" creationId="{98DE89C8-F9F8-DD59-EA9A-8A1D06A33C7C}"/>
          </ac:spMkLst>
        </pc:spChg>
        <pc:spChg chg="add mod">
          <ac:chgData name="Cao Khai Minh" userId="ef3305b0cd1446ab" providerId="LiveId" clId="{B44E1700-FE64-43C6-B599-A0143E420E5B}" dt="2025-07-07T14:50:27.272" v="2315" actId="571"/>
          <ac:spMkLst>
            <pc:docMk/>
            <pc:sldMk cId="0" sldId="257"/>
            <ac:spMk id="8" creationId="{279686C0-DE4D-03D9-A4EA-0967897E2AE4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8" creationId="{6973AB90-BD45-D5B5-4814-FC727C18D5A3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9" creationId="{2A897379-9B86-6C49-3182-B8FD1582EC50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10" creationId="{2F9A3948-CA1F-77F8-3719-EF16CD6F59D2}"/>
          </ac:spMkLst>
        </pc:spChg>
        <pc:spChg chg="add del mod">
          <ac:chgData name="Cao Khai Minh" userId="ef3305b0cd1446ab" providerId="LiveId" clId="{B44E1700-FE64-43C6-B599-A0143E420E5B}" dt="2025-07-07T14:54:38.686" v="2390" actId="478"/>
          <ac:spMkLst>
            <pc:docMk/>
            <pc:sldMk cId="0" sldId="257"/>
            <ac:spMk id="10" creationId="{D45DC4FD-A4A2-9107-DBB8-66DA26EAB2F9}"/>
          </ac:spMkLst>
        </pc:spChg>
        <pc:spChg chg="add del mod">
          <ac:chgData name="Cao Khai Minh" userId="ef3305b0cd1446ab" providerId="LiveId" clId="{B44E1700-FE64-43C6-B599-A0143E420E5B}" dt="2025-07-07T02:21:21.884" v="1146" actId="478"/>
          <ac:spMkLst>
            <pc:docMk/>
            <pc:sldMk cId="0" sldId="257"/>
            <ac:spMk id="11" creationId="{3B501B12-3A76-18F2-7853-7C7564A06A6C}"/>
          </ac:spMkLst>
        </pc:spChg>
        <pc:spChg chg="add mod">
          <ac:chgData name="Cao Khai Minh" userId="ef3305b0cd1446ab" providerId="LiveId" clId="{B44E1700-FE64-43C6-B599-A0143E420E5B}" dt="2025-07-07T14:57:44.411" v="2432" actId="1076"/>
          <ac:spMkLst>
            <pc:docMk/>
            <pc:sldMk cId="0" sldId="257"/>
            <ac:spMk id="11" creationId="{DA3FD932-233D-70EC-9CB5-3939800B56AA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12" creationId="{42B55528-3B77-D313-3172-D04FAF485226}"/>
          </ac:spMkLst>
        </pc:spChg>
        <pc:spChg chg="add mod">
          <ac:chgData name="Cao Khai Minh" userId="ef3305b0cd1446ab" providerId="LiveId" clId="{B44E1700-FE64-43C6-B599-A0143E420E5B}" dt="2025-07-07T14:57:49.342" v="2433" actId="1076"/>
          <ac:spMkLst>
            <pc:docMk/>
            <pc:sldMk cId="0" sldId="257"/>
            <ac:spMk id="12" creationId="{ED5AC5EB-F5D6-7344-2413-36895D5FBB5D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13" creationId="{65DFFEEA-C571-4FBB-48FE-5F3C75DFDB7C}"/>
          </ac:spMkLst>
        </pc:spChg>
        <pc:spChg chg="add mod">
          <ac:chgData name="Cao Khai Minh" userId="ef3305b0cd1446ab" providerId="LiveId" clId="{B44E1700-FE64-43C6-B599-A0143E420E5B}" dt="2025-07-07T14:57:53.883" v="2434" actId="1076"/>
          <ac:spMkLst>
            <pc:docMk/>
            <pc:sldMk cId="0" sldId="257"/>
            <ac:spMk id="13" creationId="{A52991CB-2962-764C-2C02-CBF545FDB0C6}"/>
          </ac:spMkLst>
        </pc:spChg>
        <pc:spChg chg="add mod">
          <ac:chgData name="Cao Khai Minh" userId="ef3305b0cd1446ab" providerId="LiveId" clId="{B44E1700-FE64-43C6-B599-A0143E420E5B}" dt="2025-07-07T15:11:45.604" v="2452" actId="1076"/>
          <ac:spMkLst>
            <pc:docMk/>
            <pc:sldMk cId="0" sldId="257"/>
            <ac:spMk id="14" creationId="{7C544B4E-84D5-E491-C25C-17DD21A4593A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14" creationId="{8F64FFF9-6C65-CDC1-AF91-92A5A5C265F2}"/>
          </ac:spMkLst>
        </pc:spChg>
        <pc:spChg chg="add del mod">
          <ac:chgData name="Cao Khai Minh" userId="ef3305b0cd1446ab" providerId="LiveId" clId="{B44E1700-FE64-43C6-B599-A0143E420E5B}" dt="2025-07-07T02:21:17.708" v="1145" actId="478"/>
          <ac:spMkLst>
            <pc:docMk/>
            <pc:sldMk cId="0" sldId="257"/>
            <ac:spMk id="18" creationId="{56088FAB-79F6-8FB2-C043-3BBC7347F0EE}"/>
          </ac:spMkLst>
        </pc:spChg>
        <pc:spChg chg="add mod">
          <ac:chgData name="Cao Khai Minh" userId="ef3305b0cd1446ab" providerId="LiveId" clId="{B44E1700-FE64-43C6-B599-A0143E420E5B}" dt="2025-07-07T15:13:14.699" v="2518" actId="1076"/>
          <ac:spMkLst>
            <pc:docMk/>
            <pc:sldMk cId="0" sldId="257"/>
            <ac:spMk id="20" creationId="{6B13BE4F-DF9B-FA82-E8AB-9801CCD21E57}"/>
          </ac:spMkLst>
        </pc:spChg>
        <pc:spChg chg="add mod">
          <ac:chgData name="Cao Khai Minh" userId="ef3305b0cd1446ab" providerId="LiveId" clId="{B44E1700-FE64-43C6-B599-A0143E420E5B}" dt="2025-07-07T15:11:43.101" v="2451" actId="1076"/>
          <ac:spMkLst>
            <pc:docMk/>
            <pc:sldMk cId="0" sldId="257"/>
            <ac:spMk id="22" creationId="{6EEB3838-C164-C290-1382-1F082CBAEB73}"/>
          </ac:spMkLst>
        </pc:spChg>
        <pc:spChg chg="add del mod">
          <ac:chgData name="Cao Khai Minh" userId="ef3305b0cd1446ab" providerId="LiveId" clId="{B44E1700-FE64-43C6-B599-A0143E420E5B}" dt="2025-07-07T13:07:40.931" v="1563" actId="478"/>
          <ac:spMkLst>
            <pc:docMk/>
            <pc:sldMk cId="0" sldId="257"/>
            <ac:spMk id="24" creationId="{5990FA35-49F5-958C-4B39-3CC7C6F44228}"/>
          </ac:spMkLst>
        </pc:spChg>
        <pc:spChg chg="add del mod">
          <ac:chgData name="Cao Khai Minh" userId="ef3305b0cd1446ab" providerId="LiveId" clId="{B44E1700-FE64-43C6-B599-A0143E420E5B}" dt="2025-07-07T13:07:42.344" v="1564" actId="478"/>
          <ac:spMkLst>
            <pc:docMk/>
            <pc:sldMk cId="0" sldId="257"/>
            <ac:spMk id="26" creationId="{B4EFB2E2-724E-2A9D-6171-29723EDE1875}"/>
          </ac:spMkLst>
        </pc:spChg>
        <pc:spChg chg="add del mod">
          <ac:chgData name="Cao Khai Minh" userId="ef3305b0cd1446ab" providerId="LiveId" clId="{B44E1700-FE64-43C6-B599-A0143E420E5B}" dt="2025-07-07T14:39:16.163" v="2272" actId="478"/>
          <ac:spMkLst>
            <pc:docMk/>
            <pc:sldMk cId="0" sldId="257"/>
            <ac:spMk id="28" creationId="{8AA02ED2-E9EE-AA28-F0E4-71E4393035C2}"/>
          </ac:spMkLst>
        </pc:spChg>
      </pc:sldChg>
      <pc:sldChg chg="addSp delSp modSp mod">
        <pc:chgData name="Cao Khai Minh" userId="ef3305b0cd1446ab" providerId="LiveId" clId="{B44E1700-FE64-43C6-B599-A0143E420E5B}" dt="2025-07-07T15:14:22.162" v="2537" actId="20577"/>
        <pc:sldMkLst>
          <pc:docMk/>
          <pc:sldMk cId="0" sldId="258"/>
        </pc:sldMkLst>
        <pc:spChg chg="add mod">
          <ac:chgData name="Cao Khai Minh" userId="ef3305b0cd1446ab" providerId="LiveId" clId="{B44E1700-FE64-43C6-B599-A0143E420E5B}" dt="2025-07-06T23:52:42.037" v="29" actId="207"/>
          <ac:spMkLst>
            <pc:docMk/>
            <pc:sldMk cId="0" sldId="258"/>
            <ac:spMk id="2" creationId="{7D071C4F-1416-8D67-1EA3-1FF5885D89B3}"/>
          </ac:spMkLst>
        </pc:spChg>
        <pc:spChg chg="add mod">
          <ac:chgData name="Cao Khai Minh" userId="ef3305b0cd1446ab" providerId="LiveId" clId="{B44E1700-FE64-43C6-B599-A0143E420E5B}" dt="2025-07-07T14:31:08.971" v="2210" actId="1076"/>
          <ac:spMkLst>
            <pc:docMk/>
            <pc:sldMk cId="0" sldId="258"/>
            <ac:spMk id="3" creationId="{C4E4F135-DA2A-CC5D-A99C-B67DF7F34C27}"/>
          </ac:spMkLst>
        </pc:spChg>
        <pc:spChg chg="add mod">
          <ac:chgData name="Cao Khai Minh" userId="ef3305b0cd1446ab" providerId="LiveId" clId="{B44E1700-FE64-43C6-B599-A0143E420E5B}" dt="2025-07-06T23:53:27.456" v="37"/>
          <ac:spMkLst>
            <pc:docMk/>
            <pc:sldMk cId="0" sldId="258"/>
            <ac:spMk id="4" creationId="{B2CDA922-7BEE-347C-067B-4D381F852B03}"/>
          </ac:spMkLst>
        </pc:spChg>
        <pc:spChg chg="add mod">
          <ac:chgData name="Cao Khai Minh" userId="ef3305b0cd1446ab" providerId="LiveId" clId="{B44E1700-FE64-43C6-B599-A0143E420E5B}" dt="2025-07-06T23:54:10.262" v="45" actId="1076"/>
          <ac:spMkLst>
            <pc:docMk/>
            <pc:sldMk cId="0" sldId="258"/>
            <ac:spMk id="6" creationId="{97982630-2204-A0B9-5ECD-74611CD4D108}"/>
          </ac:spMkLst>
        </pc:spChg>
        <pc:spChg chg="add mod">
          <ac:chgData name="Cao Khai Minh" userId="ef3305b0cd1446ab" providerId="LiveId" clId="{B44E1700-FE64-43C6-B599-A0143E420E5B}" dt="2025-07-06T23:54:38.292" v="50" actId="1076"/>
          <ac:spMkLst>
            <pc:docMk/>
            <pc:sldMk cId="0" sldId="258"/>
            <ac:spMk id="7" creationId="{314EDB51-492E-C7F0-EFC9-D93AB9EBB905}"/>
          </ac:spMkLst>
        </pc:spChg>
        <pc:spChg chg="add mod">
          <ac:chgData name="Cao Khai Minh" userId="ef3305b0cd1446ab" providerId="LiveId" clId="{B44E1700-FE64-43C6-B599-A0143E420E5B}" dt="2025-07-06T23:54:46.872" v="54" actId="20577"/>
          <ac:spMkLst>
            <pc:docMk/>
            <pc:sldMk cId="0" sldId="258"/>
            <ac:spMk id="19" creationId="{670395E0-AF66-1429-CBF7-DD9CC4923C3D}"/>
          </ac:spMkLst>
        </pc:spChg>
        <pc:spChg chg="mod">
          <ac:chgData name="Cao Khai Minh" userId="ef3305b0cd1446ab" providerId="LiveId" clId="{B44E1700-FE64-43C6-B599-A0143E420E5B}" dt="2025-07-06T23:51:21.171" v="11" actId="20577"/>
          <ac:spMkLst>
            <pc:docMk/>
            <pc:sldMk cId="0" sldId="258"/>
            <ac:spMk id="52" creationId="{956B55EF-6C39-7034-2762-3DB7AE3D80E1}"/>
          </ac:spMkLst>
        </pc:spChg>
        <pc:spChg chg="del mod">
          <ac:chgData name="Cao Khai Minh" userId="ef3305b0cd1446ab" providerId="LiveId" clId="{B44E1700-FE64-43C6-B599-A0143E420E5B}" dt="2025-07-06T23:51:31.448" v="16" actId="478"/>
          <ac:spMkLst>
            <pc:docMk/>
            <pc:sldMk cId="0" sldId="258"/>
            <ac:spMk id="59" creationId="{04B46905-1624-E8ED-5F7F-5F85D64F9DDD}"/>
          </ac:spMkLst>
        </pc:spChg>
        <pc:spChg chg="mod">
          <ac:chgData name="Cao Khai Minh" userId="ef3305b0cd1446ab" providerId="LiveId" clId="{B44E1700-FE64-43C6-B599-A0143E420E5B}" dt="2025-07-07T01:12:08.830" v="803" actId="20577"/>
          <ac:spMkLst>
            <pc:docMk/>
            <pc:sldMk cId="0" sldId="258"/>
            <ac:spMk id="63" creationId="{889FC040-685E-73D8-FFE2-4BF5F53D26B0}"/>
          </ac:spMkLst>
        </pc:spChg>
        <pc:spChg chg="mod">
          <ac:chgData name="Cao Khai Minh" userId="ef3305b0cd1446ab" providerId="LiveId" clId="{B44E1700-FE64-43C6-B599-A0143E420E5B}" dt="2025-07-07T00:04:11.595" v="86" actId="2710"/>
          <ac:spMkLst>
            <pc:docMk/>
            <pc:sldMk cId="0" sldId="258"/>
            <ac:spMk id="66" creationId="{210B1340-45D4-75DB-F4A0-77E456FC5235}"/>
          </ac:spMkLst>
        </pc:spChg>
        <pc:spChg chg="mod">
          <ac:chgData name="Cao Khai Minh" userId="ef3305b0cd1446ab" providerId="LiveId" clId="{B44E1700-FE64-43C6-B599-A0143E420E5B}" dt="2025-07-06T23:55:12.612" v="56" actId="2711"/>
          <ac:spMkLst>
            <pc:docMk/>
            <pc:sldMk cId="0" sldId="258"/>
            <ac:spMk id="68" creationId="{4A10CE1B-3B17-A97C-A6C4-0E19619DC5D4}"/>
          </ac:spMkLst>
        </pc:spChg>
        <pc:spChg chg="mod">
          <ac:chgData name="Cao Khai Minh" userId="ef3305b0cd1446ab" providerId="LiveId" clId="{B44E1700-FE64-43C6-B599-A0143E420E5B}" dt="2025-07-07T00:04:26.374" v="89" actId="2710"/>
          <ac:spMkLst>
            <pc:docMk/>
            <pc:sldMk cId="0" sldId="258"/>
            <ac:spMk id="69" creationId="{2BE7B6A2-8862-6845-8FD0-78261B0B87BF}"/>
          </ac:spMkLst>
        </pc:spChg>
        <pc:spChg chg="mod">
          <ac:chgData name="Cao Khai Minh" userId="ef3305b0cd1446ab" providerId="LiveId" clId="{B44E1700-FE64-43C6-B599-A0143E420E5B}" dt="2025-07-07T00:04:16.116" v="87" actId="2710"/>
          <ac:spMkLst>
            <pc:docMk/>
            <pc:sldMk cId="0" sldId="258"/>
            <ac:spMk id="72" creationId="{AC6E99F2-6BD3-2A95-6C1F-8E972C60B56F}"/>
          </ac:spMkLst>
        </pc:spChg>
        <pc:spChg chg="del mod">
          <ac:chgData name="Cao Khai Minh" userId="ef3305b0cd1446ab" providerId="LiveId" clId="{B44E1700-FE64-43C6-B599-A0143E420E5B}" dt="2025-07-06T23:51:38.940" v="18" actId="478"/>
          <ac:spMkLst>
            <pc:docMk/>
            <pc:sldMk cId="0" sldId="258"/>
            <ac:spMk id="73" creationId="{202E610A-6347-0910-8B08-32B1D20AF4C9}"/>
          </ac:spMkLst>
        </pc:spChg>
        <pc:spChg chg="mod">
          <ac:chgData name="Cao Khai Minh" userId="ef3305b0cd1446ab" providerId="LiveId" clId="{B44E1700-FE64-43C6-B599-A0143E420E5B}" dt="2025-07-06T23:55:46.053" v="60" actId="207"/>
          <ac:spMkLst>
            <pc:docMk/>
            <pc:sldMk cId="0" sldId="258"/>
            <ac:spMk id="79" creationId="{7A7A6EDA-F786-378C-6637-1F57FB29A2BC}"/>
          </ac:spMkLst>
        </pc:spChg>
        <pc:spChg chg="mod">
          <ac:chgData name="Cao Khai Minh" userId="ef3305b0cd1446ab" providerId="LiveId" clId="{B44E1700-FE64-43C6-B599-A0143E420E5B}" dt="2025-07-07T15:14:22.162" v="2537" actId="20577"/>
          <ac:spMkLst>
            <pc:docMk/>
            <pc:sldMk cId="0" sldId="258"/>
            <ac:spMk id="80" creationId="{F4F8F05F-AC4C-1AAC-FE50-172EC34D3DD4}"/>
          </ac:spMkLst>
        </pc:spChg>
        <pc:spChg chg="del">
          <ac:chgData name="Cao Khai Minh" userId="ef3305b0cd1446ab" providerId="LiveId" clId="{B44E1700-FE64-43C6-B599-A0143E420E5B}" dt="2025-07-06T23:52:29.820" v="27" actId="478"/>
          <ac:spMkLst>
            <pc:docMk/>
            <pc:sldMk cId="0" sldId="258"/>
            <ac:spMk id="81" creationId="{F1CB05D0-31DA-8F73-63DC-D28BCBB6415C}"/>
          </ac:spMkLst>
        </pc:spChg>
        <pc:spChg chg="del mod">
          <ac:chgData name="Cao Khai Minh" userId="ef3305b0cd1446ab" providerId="LiveId" clId="{B44E1700-FE64-43C6-B599-A0143E420E5B}" dt="2025-07-06T23:50:39.564" v="9" actId="478"/>
          <ac:spMkLst>
            <pc:docMk/>
            <pc:sldMk cId="0" sldId="258"/>
            <ac:spMk id="82" creationId="{330204FA-3161-B840-498F-18A663ACCC16}"/>
          </ac:spMkLst>
        </pc:spChg>
        <pc:spChg chg="del mod">
          <ac:chgData name="Cao Khai Minh" userId="ef3305b0cd1446ab" providerId="LiveId" clId="{B44E1700-FE64-43C6-B599-A0143E420E5B}" dt="2025-07-06T23:51:27.685" v="14" actId="478"/>
          <ac:spMkLst>
            <pc:docMk/>
            <pc:sldMk cId="0" sldId="258"/>
            <ac:spMk id="83" creationId="{246BF00B-6360-CE5A-124C-28519FE76F9B}"/>
          </ac:spMkLst>
        </pc:spChg>
        <pc:grpChg chg="mod">
          <ac:chgData name="Cao Khai Minh" userId="ef3305b0cd1446ab" providerId="LiveId" clId="{B44E1700-FE64-43C6-B599-A0143E420E5B}" dt="2025-07-06T23:50:24.617" v="7" actId="1076"/>
          <ac:grpSpMkLst>
            <pc:docMk/>
            <pc:sldMk cId="0" sldId="258"/>
            <ac:grpSpMk id="42" creationId="{F2DDAA9C-2B79-1850-035A-966F07BB5614}"/>
          </ac:grpSpMkLst>
        </pc:grpChg>
        <pc:grpChg chg="mod">
          <ac:chgData name="Cao Khai Minh" userId="ef3305b0cd1446ab" providerId="LiveId" clId="{B44E1700-FE64-43C6-B599-A0143E420E5B}" dt="2025-07-07T01:12:20.024" v="804" actId="1076"/>
          <ac:grpSpMkLst>
            <pc:docMk/>
            <pc:sldMk cId="0" sldId="258"/>
            <ac:grpSpMk id="61" creationId="{B7361E88-9970-4E52-BCC2-4A721B71AEA0}"/>
          </ac:grpSpMkLst>
        </pc:grpChg>
      </pc:sldChg>
      <pc:sldChg chg="addSp delSp modSp mod ord">
        <pc:chgData name="Cao Khai Minh" userId="ef3305b0cd1446ab" providerId="LiveId" clId="{B44E1700-FE64-43C6-B599-A0143E420E5B}" dt="2025-07-07T15:14:09.430" v="2530" actId="20577"/>
        <pc:sldMkLst>
          <pc:docMk/>
          <pc:sldMk cId="0" sldId="259"/>
        </pc:sldMkLst>
        <pc:spChg chg="add mod">
          <ac:chgData name="Cao Khai Minh" userId="ef3305b0cd1446ab" providerId="LiveId" clId="{B44E1700-FE64-43C6-B599-A0143E420E5B}" dt="2025-07-07T14:30:52.914" v="2206" actId="1076"/>
          <ac:spMkLst>
            <pc:docMk/>
            <pc:sldMk cId="0" sldId="259"/>
            <ac:spMk id="2" creationId="{46E41494-8B3A-F5F2-880C-E4B0B59300AD}"/>
          </ac:spMkLst>
        </pc:spChg>
        <pc:spChg chg="add mod">
          <ac:chgData name="Cao Khai Minh" userId="ef3305b0cd1446ab" providerId="LiveId" clId="{B44E1700-FE64-43C6-B599-A0143E420E5B}" dt="2025-07-07T13:50:25.015" v="1716" actId="688"/>
          <ac:spMkLst>
            <pc:docMk/>
            <pc:sldMk cId="0" sldId="259"/>
            <ac:spMk id="5" creationId="{386656BE-9627-D0FF-B1CB-E90A30DF33E2}"/>
          </ac:spMkLst>
        </pc:spChg>
        <pc:spChg chg="mod">
          <ac:chgData name="Cao Khai Minh" userId="ef3305b0cd1446ab" providerId="LiveId" clId="{B44E1700-FE64-43C6-B599-A0143E420E5B}" dt="2025-07-07T15:14:09.430" v="2530" actId="20577"/>
          <ac:spMkLst>
            <pc:docMk/>
            <pc:sldMk cId="0" sldId="259"/>
            <ac:spMk id="51" creationId="{C71F790D-BCCD-AB61-CAF2-9BFBE2083C94}"/>
          </ac:spMkLst>
        </pc:spChg>
        <pc:spChg chg="mod">
          <ac:chgData name="Cao Khai Minh" userId="ef3305b0cd1446ab" providerId="LiveId" clId="{B44E1700-FE64-43C6-B599-A0143E420E5B}" dt="2025-07-07T00:15:16.677" v="425" actId="1076"/>
          <ac:spMkLst>
            <pc:docMk/>
            <pc:sldMk cId="0" sldId="259"/>
            <ac:spMk id="52" creationId="{8AB0D6E8-FABE-5FCD-7E49-FA7E0FCC6E29}"/>
          </ac:spMkLst>
        </pc:spChg>
        <pc:spChg chg="mod">
          <ac:chgData name="Cao Khai Minh" userId="ef3305b0cd1446ab" providerId="LiveId" clId="{B44E1700-FE64-43C6-B599-A0143E420E5B}" dt="2025-07-07T13:51:07.664" v="1721" actId="1076"/>
          <ac:spMkLst>
            <pc:docMk/>
            <pc:sldMk cId="0" sldId="259"/>
            <ac:spMk id="53" creationId="{D392CC8C-BE04-2024-4078-9618BD5E711A}"/>
          </ac:spMkLst>
        </pc:spChg>
        <pc:spChg chg="mod">
          <ac:chgData name="Cao Khai Minh" userId="ef3305b0cd1446ab" providerId="LiveId" clId="{B44E1700-FE64-43C6-B599-A0143E420E5B}" dt="2025-07-07T13:51:03.762" v="1720" actId="1076"/>
          <ac:spMkLst>
            <pc:docMk/>
            <pc:sldMk cId="0" sldId="259"/>
            <ac:spMk id="54" creationId="{BDE927F7-B141-A80C-A13E-AA91A033BEDB}"/>
          </ac:spMkLst>
        </pc:spChg>
        <pc:spChg chg="mod">
          <ac:chgData name="Cao Khai Minh" userId="ef3305b0cd1446ab" providerId="LiveId" clId="{B44E1700-FE64-43C6-B599-A0143E420E5B}" dt="2025-07-07T00:14:49.383" v="415" actId="1076"/>
          <ac:spMkLst>
            <pc:docMk/>
            <pc:sldMk cId="0" sldId="259"/>
            <ac:spMk id="55" creationId="{400386B0-8CE6-BC01-89C5-F96342748E89}"/>
          </ac:spMkLst>
        </pc:spChg>
        <pc:spChg chg="mod">
          <ac:chgData name="Cao Khai Minh" userId="ef3305b0cd1446ab" providerId="LiveId" clId="{B44E1700-FE64-43C6-B599-A0143E420E5B}" dt="2025-07-07T13:51:21.136" v="1724" actId="1076"/>
          <ac:spMkLst>
            <pc:docMk/>
            <pc:sldMk cId="0" sldId="259"/>
            <ac:spMk id="56" creationId="{5351AC66-569D-4EC8-2DF3-40B76B2DC446}"/>
          </ac:spMkLst>
        </pc:spChg>
        <pc:spChg chg="mod">
          <ac:chgData name="Cao Khai Minh" userId="ef3305b0cd1446ab" providerId="LiveId" clId="{B44E1700-FE64-43C6-B599-A0143E420E5B}" dt="2025-07-07T13:51:01.556" v="1719" actId="1076"/>
          <ac:spMkLst>
            <pc:docMk/>
            <pc:sldMk cId="0" sldId="259"/>
            <ac:spMk id="58" creationId="{C4C742DE-9B3D-63EF-EE07-C3A246EE7573}"/>
          </ac:spMkLst>
        </pc:spChg>
        <pc:spChg chg="mod">
          <ac:chgData name="Cao Khai Minh" userId="ef3305b0cd1446ab" providerId="LiveId" clId="{B44E1700-FE64-43C6-B599-A0143E420E5B}" dt="2025-07-07T00:14:46.014" v="414" actId="1076"/>
          <ac:spMkLst>
            <pc:docMk/>
            <pc:sldMk cId="0" sldId="259"/>
            <ac:spMk id="59" creationId="{2CCD2C96-4449-7F5C-7A3B-887F4030FD4C}"/>
          </ac:spMkLst>
        </pc:spChg>
        <pc:spChg chg="mod">
          <ac:chgData name="Cao Khai Minh" userId="ef3305b0cd1446ab" providerId="LiveId" clId="{B44E1700-FE64-43C6-B599-A0143E420E5B}" dt="2025-07-07T13:51:19.180" v="1723" actId="1076"/>
          <ac:spMkLst>
            <pc:docMk/>
            <pc:sldMk cId="0" sldId="259"/>
            <ac:spMk id="60" creationId="{47C44E12-509F-A6C8-BA90-84836200FE2C}"/>
          </ac:spMkLst>
        </pc:spChg>
        <pc:spChg chg="mod">
          <ac:chgData name="Cao Khai Minh" userId="ef3305b0cd1446ab" providerId="LiveId" clId="{B44E1700-FE64-43C6-B599-A0143E420E5B}" dt="2025-07-07T00:13:45.277" v="400" actId="1076"/>
          <ac:spMkLst>
            <pc:docMk/>
            <pc:sldMk cId="0" sldId="259"/>
            <ac:spMk id="61" creationId="{C160A88F-7BE3-60C2-9C7D-43261FC9FA11}"/>
          </ac:spMkLst>
        </pc:spChg>
        <pc:spChg chg="mod">
          <ac:chgData name="Cao Khai Minh" userId="ef3305b0cd1446ab" providerId="LiveId" clId="{B44E1700-FE64-43C6-B599-A0143E420E5B}" dt="2025-07-07T13:51:23.872" v="1725" actId="14100"/>
          <ac:spMkLst>
            <pc:docMk/>
            <pc:sldMk cId="0" sldId="259"/>
            <ac:spMk id="62" creationId="{C9AE7059-7D16-2937-18F7-A168559D7D85}"/>
          </ac:spMkLst>
        </pc:spChg>
        <pc:spChg chg="mod">
          <ac:chgData name="Cao Khai Minh" userId="ef3305b0cd1446ab" providerId="LiveId" clId="{B44E1700-FE64-43C6-B599-A0143E420E5B}" dt="2025-07-07T00:13:35.817" v="399" actId="1076"/>
          <ac:spMkLst>
            <pc:docMk/>
            <pc:sldMk cId="0" sldId="259"/>
            <ac:spMk id="63" creationId="{0693743E-292E-0767-4084-346B3026CE58}"/>
          </ac:spMkLst>
        </pc:spChg>
        <pc:grpChg chg="del mod">
          <ac:chgData name="Cao Khai Minh" userId="ef3305b0cd1446ab" providerId="LiveId" clId="{B44E1700-FE64-43C6-B599-A0143E420E5B}" dt="2025-07-07T02:20:43.863" v="1143" actId="478"/>
          <ac:grpSpMkLst>
            <pc:docMk/>
            <pc:sldMk cId="0" sldId="259"/>
            <ac:grpSpMk id="2" creationId="{00000000-0000-0000-0000-000000000000}"/>
          </ac:grpSpMkLst>
        </pc:grpChg>
      </pc:sldChg>
      <pc:sldChg chg="addSp delSp modSp mod ord">
        <pc:chgData name="Cao Khai Minh" userId="ef3305b0cd1446ab" providerId="LiveId" clId="{B44E1700-FE64-43C6-B599-A0143E420E5B}" dt="2025-07-07T14:41:34.464" v="2302" actId="1076"/>
        <pc:sldMkLst>
          <pc:docMk/>
          <pc:sldMk cId="0" sldId="260"/>
        </pc:sldMkLst>
        <pc:spChg chg="del">
          <ac:chgData name="Cao Khai Minh" userId="ef3305b0cd1446ab" providerId="LiveId" clId="{B44E1700-FE64-43C6-B599-A0143E420E5B}" dt="2025-07-06T23:56:17.817" v="7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Cao Khai Minh" userId="ef3305b0cd1446ab" providerId="LiveId" clId="{B44E1700-FE64-43C6-B599-A0143E420E5B}" dt="2025-07-06T23:56:15.309" v="72" actId="478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Cao Khai Minh" userId="ef3305b0cd1446ab" providerId="LiveId" clId="{B44E1700-FE64-43C6-B599-A0143E420E5B}" dt="2025-07-07T14:30:28.047" v="2203" actId="1076"/>
          <ac:spMkLst>
            <pc:docMk/>
            <pc:sldMk cId="0" sldId="260"/>
            <ac:spMk id="6" creationId="{F72AAB78-A3CB-EBFD-F6EB-3CB1573D17A7}"/>
          </ac:spMkLst>
        </pc:spChg>
        <pc:spChg chg="del">
          <ac:chgData name="Cao Khai Minh" userId="ef3305b0cd1446ab" providerId="LiveId" clId="{B44E1700-FE64-43C6-B599-A0143E420E5B}" dt="2025-07-06T23:56:14.133" v="71" actId="478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Cao Khai Minh" userId="ef3305b0cd1446ab" providerId="LiveId" clId="{B44E1700-FE64-43C6-B599-A0143E420E5B}" dt="2025-07-07T14:39:39.901" v="2276" actId="571"/>
          <ac:spMkLst>
            <pc:docMk/>
            <pc:sldMk cId="0" sldId="260"/>
            <ac:spMk id="7" creationId="{D67063C7-7EF7-10F1-1F24-F9C7CAA317B1}"/>
          </ac:spMkLst>
        </pc:spChg>
        <pc:spChg chg="del">
          <ac:chgData name="Cao Khai Minh" userId="ef3305b0cd1446ab" providerId="LiveId" clId="{B44E1700-FE64-43C6-B599-A0143E420E5B}" dt="2025-07-06T23:56:15.963" v="73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Cao Khai Minh" userId="ef3305b0cd1446ab" providerId="LiveId" clId="{B44E1700-FE64-43C6-B599-A0143E420E5B}" dt="2025-07-06T23:56:17.165" v="75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Cao Khai Minh" userId="ef3305b0cd1446ab" providerId="LiveId" clId="{B44E1700-FE64-43C6-B599-A0143E420E5B}" dt="2025-07-06T23:56:13.186" v="69" actId="478"/>
          <ac:spMkLst>
            <pc:docMk/>
            <pc:sldMk cId="0" sldId="260"/>
            <ac:spMk id="19" creationId="{00000000-0000-0000-0000-000000000000}"/>
          </ac:spMkLst>
        </pc:spChg>
        <pc:spChg chg="mod">
          <ac:chgData name="Cao Khai Minh" userId="ef3305b0cd1446ab" providerId="LiveId" clId="{B44E1700-FE64-43C6-B599-A0143E420E5B}" dt="2025-07-06T23:58:48.699" v="84" actId="1076"/>
          <ac:spMkLst>
            <pc:docMk/>
            <pc:sldMk cId="0" sldId="260"/>
            <ac:spMk id="27" creationId="{00000000-0000-0000-0000-000000000000}"/>
          </ac:spMkLst>
        </pc:spChg>
        <pc:spChg chg="del">
          <ac:chgData name="Cao Khai Minh" userId="ef3305b0cd1446ab" providerId="LiveId" clId="{B44E1700-FE64-43C6-B599-A0143E420E5B}" dt="2025-07-06T23:58:39.016" v="78" actId="478"/>
          <ac:spMkLst>
            <pc:docMk/>
            <pc:sldMk cId="0" sldId="260"/>
            <ac:spMk id="30" creationId="{00000000-0000-0000-0000-000000000000}"/>
          </ac:spMkLst>
        </pc:spChg>
        <pc:spChg chg="mod">
          <ac:chgData name="Cao Khai Minh" userId="ef3305b0cd1446ab" providerId="LiveId" clId="{B44E1700-FE64-43C6-B599-A0143E420E5B}" dt="2025-07-06T23:58:41.772" v="79" actId="6549"/>
          <ac:spMkLst>
            <pc:docMk/>
            <pc:sldMk cId="0" sldId="260"/>
            <ac:spMk id="37" creationId="{00000000-0000-0000-0000-000000000000}"/>
          </ac:spMkLst>
        </pc:spChg>
        <pc:spChg chg="mod">
          <ac:chgData name="Cao Khai Minh" userId="ef3305b0cd1446ab" providerId="LiveId" clId="{B44E1700-FE64-43C6-B599-A0143E420E5B}" dt="2025-07-06T23:56:13.677" v="70" actId="6549"/>
          <ac:spMkLst>
            <pc:docMk/>
            <pc:sldMk cId="0" sldId="260"/>
            <ac:spMk id="41" creationId="{00000000-0000-0000-0000-000000000000}"/>
          </ac:spMkLst>
        </pc:spChg>
        <pc:spChg chg="add mod">
          <ac:chgData name="Cao Khai Minh" userId="ef3305b0cd1446ab" providerId="LiveId" clId="{B44E1700-FE64-43C6-B599-A0143E420E5B}" dt="2025-07-07T14:26:42.068" v="2145" actId="207"/>
          <ac:spMkLst>
            <pc:docMk/>
            <pc:sldMk cId="0" sldId="260"/>
            <ac:spMk id="46" creationId="{7DBB6877-DC63-48D6-CB91-16D2CBD1115D}"/>
          </ac:spMkLst>
        </pc:spChg>
        <pc:spChg chg="add mod">
          <ac:chgData name="Cao Khai Minh" userId="ef3305b0cd1446ab" providerId="LiveId" clId="{B44E1700-FE64-43C6-B599-A0143E420E5B}" dt="2025-07-07T14:40:17.544" v="2283" actId="255"/>
          <ac:spMkLst>
            <pc:docMk/>
            <pc:sldMk cId="0" sldId="260"/>
            <ac:spMk id="47" creationId="{CDA990A8-E826-B696-A191-0B8A86D2A815}"/>
          </ac:spMkLst>
        </pc:spChg>
        <pc:spChg chg="add mod">
          <ac:chgData name="Cao Khai Minh" userId="ef3305b0cd1446ab" providerId="LiveId" clId="{B44E1700-FE64-43C6-B599-A0143E420E5B}" dt="2025-07-07T14:40:48.315" v="2292" actId="14100"/>
          <ac:spMkLst>
            <pc:docMk/>
            <pc:sldMk cId="0" sldId="260"/>
            <ac:spMk id="48" creationId="{409AD436-79B8-49C2-480C-99AC4D517DA3}"/>
          </ac:spMkLst>
        </pc:spChg>
        <pc:spChg chg="add mod">
          <ac:chgData name="Cao Khai Minh" userId="ef3305b0cd1446ab" providerId="LiveId" clId="{B44E1700-FE64-43C6-B599-A0143E420E5B}" dt="2025-07-07T14:40:42.614" v="2290" actId="1036"/>
          <ac:spMkLst>
            <pc:docMk/>
            <pc:sldMk cId="0" sldId="260"/>
            <ac:spMk id="49" creationId="{F11D8E91-6FD5-0C6F-ACC6-BC46FD858546}"/>
          </ac:spMkLst>
        </pc:spChg>
        <pc:spChg chg="add mod">
          <ac:chgData name="Cao Khai Minh" userId="ef3305b0cd1446ab" providerId="LiveId" clId="{B44E1700-FE64-43C6-B599-A0143E420E5B}" dt="2025-07-07T14:41:15.385" v="2299" actId="1076"/>
          <ac:spMkLst>
            <pc:docMk/>
            <pc:sldMk cId="0" sldId="260"/>
            <ac:spMk id="50" creationId="{CF7E48E0-5662-FA46-3E3E-CEF22064E14F}"/>
          </ac:spMkLst>
        </pc:spChg>
        <pc:spChg chg="add mod">
          <ac:chgData name="Cao Khai Minh" userId="ef3305b0cd1446ab" providerId="LiveId" clId="{B44E1700-FE64-43C6-B599-A0143E420E5B}" dt="2025-07-07T14:41:08.086" v="2297" actId="1076"/>
          <ac:spMkLst>
            <pc:docMk/>
            <pc:sldMk cId="0" sldId="260"/>
            <ac:spMk id="51" creationId="{CCA7AC5A-BAC4-9971-69FB-AB53FD8555AB}"/>
          </ac:spMkLst>
        </pc:spChg>
        <pc:spChg chg="add mod">
          <ac:chgData name="Cao Khai Minh" userId="ef3305b0cd1446ab" providerId="LiveId" clId="{B44E1700-FE64-43C6-B599-A0143E420E5B}" dt="2025-07-07T14:40:51.566" v="2295" actId="1036"/>
          <ac:spMkLst>
            <pc:docMk/>
            <pc:sldMk cId="0" sldId="260"/>
            <ac:spMk id="52" creationId="{12771D50-8958-C160-D679-CE8D92A824FD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3" creationId="{2BB6EA7B-A8A0-8E5E-10F5-5BE9A99C8111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4" creationId="{95C2CDE0-2274-5A23-7ABA-F5FA257AC3AF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5" creationId="{181073E8-415D-4309-3A8B-150DF0DAE15A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6" creationId="{332533AC-AC97-0BC8-2124-8614C66D2E80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7" creationId="{E0D008DF-61EC-4E8F-5C8B-D9531D3C957B}"/>
          </ac:spMkLst>
        </pc:spChg>
        <pc:spChg chg="add mod">
          <ac:chgData name="Cao Khai Minh" userId="ef3305b0cd1446ab" providerId="LiveId" clId="{B44E1700-FE64-43C6-B599-A0143E420E5B}" dt="2025-07-07T02:20:23.469" v="1142" actId="1036"/>
          <ac:spMkLst>
            <pc:docMk/>
            <pc:sldMk cId="0" sldId="260"/>
            <ac:spMk id="58" creationId="{D272598F-01FD-BF40-714F-D931CA93ACF8}"/>
          </ac:spMkLst>
        </pc:spChg>
        <pc:grpChg chg="mod">
          <ac:chgData name="Cao Khai Minh" userId="ef3305b0cd1446ab" providerId="LiveId" clId="{B44E1700-FE64-43C6-B599-A0143E420E5B}" dt="2025-07-07T14:30:25.485" v="2202" actId="1076"/>
          <ac:grpSpMkLst>
            <pc:docMk/>
            <pc:sldMk cId="0" sldId="260"/>
            <ac:grpSpMk id="2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09.488" v="62" actId="478"/>
          <ac:grpSpMkLst>
            <pc:docMk/>
            <pc:sldMk cId="0" sldId="260"/>
            <ac:grpSpMk id="8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10.884" v="64" actId="478"/>
          <ac:grpSpMkLst>
            <pc:docMk/>
            <pc:sldMk cId="0" sldId="260"/>
            <ac:grpSpMk id="11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11.328" v="65" actId="478"/>
          <ac:grpSpMkLst>
            <pc:docMk/>
            <pc:sldMk cId="0" sldId="260"/>
            <ac:grpSpMk id="14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11.884" v="66" actId="478"/>
          <ac:grpSpMkLst>
            <pc:docMk/>
            <pc:sldMk cId="0" sldId="260"/>
            <ac:grpSpMk id="20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16.495" v="74" actId="478"/>
          <ac:grpSpMkLst>
            <pc:docMk/>
            <pc:sldMk cId="0" sldId="260"/>
            <ac:grpSpMk id="22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12.359" v="67" actId="478"/>
          <ac:grpSpMkLst>
            <pc:docMk/>
            <pc:sldMk cId="0" sldId="260"/>
            <ac:grpSpMk id="24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8:44.472" v="81" actId="478"/>
          <ac:grpSpMkLst>
            <pc:docMk/>
            <pc:sldMk cId="0" sldId="260"/>
            <ac:grpSpMk id="31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8:42.795" v="80" actId="478"/>
          <ac:grpSpMkLst>
            <pc:docMk/>
            <pc:sldMk cId="0" sldId="260"/>
            <ac:grpSpMk id="35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8:45.666" v="82" actId="478"/>
          <ac:grpSpMkLst>
            <pc:docMk/>
            <pc:sldMk cId="0" sldId="260"/>
            <ac:grpSpMk id="39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6T23:56:22.415" v="77" actId="478"/>
          <ac:grpSpMkLst>
            <pc:docMk/>
            <pc:sldMk cId="0" sldId="260"/>
            <ac:grpSpMk id="43" creationId="{00000000-0000-0000-0000-000000000000}"/>
          </ac:grpSpMkLst>
        </pc:grpChg>
        <pc:picChg chg="add mod">
          <ac:chgData name="Cao Khai Minh" userId="ef3305b0cd1446ab" providerId="LiveId" clId="{B44E1700-FE64-43C6-B599-A0143E420E5B}" dt="2025-07-07T14:41:34.464" v="2302" actId="1076"/>
          <ac:picMkLst>
            <pc:docMk/>
            <pc:sldMk cId="0" sldId="260"/>
            <ac:picMk id="59" creationId="{3744BDC4-D619-FF8C-499C-351410C1A323}"/>
          </ac:picMkLst>
        </pc:picChg>
      </pc:sldChg>
      <pc:sldChg chg="addSp delSp modSp mod">
        <pc:chgData name="Cao Khai Minh" userId="ef3305b0cd1446ab" providerId="LiveId" clId="{B44E1700-FE64-43C6-B599-A0143E420E5B}" dt="2025-07-07T15:15:37.654" v="2555" actId="20577"/>
        <pc:sldMkLst>
          <pc:docMk/>
          <pc:sldMk cId="0" sldId="261"/>
        </pc:sldMkLst>
        <pc:spChg chg="add mod">
          <ac:chgData name="Cao Khai Minh" userId="ef3305b0cd1446ab" providerId="LiveId" clId="{B44E1700-FE64-43C6-B599-A0143E420E5B}" dt="2025-07-07T00:34:04.503" v="477" actId="1076"/>
          <ac:spMkLst>
            <pc:docMk/>
            <pc:sldMk cId="0" sldId="261"/>
            <ac:spMk id="2" creationId="{ECE75B4D-2206-1734-DE54-38A3334980C8}"/>
          </ac:spMkLst>
        </pc:spChg>
        <pc:spChg chg="add mod">
          <ac:chgData name="Cao Khai Minh" userId="ef3305b0cd1446ab" providerId="LiveId" clId="{B44E1700-FE64-43C6-B599-A0143E420E5B}" dt="2025-07-07T14:29:55.431" v="2196" actId="1076"/>
          <ac:spMkLst>
            <pc:docMk/>
            <pc:sldMk cId="0" sldId="261"/>
            <ac:spMk id="3" creationId="{DD19635F-92E4-E124-0696-16717B016DBA}"/>
          </ac:spMkLst>
        </pc:spChg>
        <pc:spChg chg="add mod">
          <ac:chgData name="Cao Khai Minh" userId="ef3305b0cd1446ab" providerId="LiveId" clId="{B44E1700-FE64-43C6-B599-A0143E420E5B}" dt="2025-07-07T00:34:14.647" v="479" actId="1076"/>
          <ac:spMkLst>
            <pc:docMk/>
            <pc:sldMk cId="0" sldId="261"/>
            <ac:spMk id="4" creationId="{4CCE23FF-1E39-F2EA-E4A4-E3102C96928A}"/>
          </ac:spMkLst>
        </pc:spChg>
        <pc:spChg chg="add mod">
          <ac:chgData name="Cao Khai Minh" userId="ef3305b0cd1446ab" providerId="LiveId" clId="{B44E1700-FE64-43C6-B599-A0143E420E5B}" dt="2025-07-07T00:38:22.116" v="537" actId="1076"/>
          <ac:spMkLst>
            <pc:docMk/>
            <pc:sldMk cId="0" sldId="261"/>
            <ac:spMk id="6" creationId="{400B5F80-CD56-B9BE-F09F-3CA8A16C2B6F}"/>
          </ac:spMkLst>
        </pc:spChg>
        <pc:spChg chg="add del mod">
          <ac:chgData name="Cao Khai Minh" userId="ef3305b0cd1446ab" providerId="LiveId" clId="{B44E1700-FE64-43C6-B599-A0143E420E5B}" dt="2025-07-07T00:35:25.656" v="493" actId="478"/>
          <ac:spMkLst>
            <pc:docMk/>
            <pc:sldMk cId="0" sldId="261"/>
            <ac:spMk id="8" creationId="{A761E379-1C25-8525-1E0F-ED6F1E335E72}"/>
          </ac:spMkLst>
        </pc:spChg>
        <pc:spChg chg="add del mod">
          <ac:chgData name="Cao Khai Minh" userId="ef3305b0cd1446ab" providerId="LiveId" clId="{B44E1700-FE64-43C6-B599-A0143E420E5B}" dt="2025-07-07T00:35:22.160" v="491" actId="478"/>
          <ac:spMkLst>
            <pc:docMk/>
            <pc:sldMk cId="0" sldId="261"/>
            <ac:spMk id="9" creationId="{EDE5E534-2FE7-7874-0B19-7EE0379118D0}"/>
          </ac:spMkLst>
        </pc:spChg>
        <pc:spChg chg="add mod">
          <ac:chgData name="Cao Khai Minh" userId="ef3305b0cd1446ab" providerId="LiveId" clId="{B44E1700-FE64-43C6-B599-A0143E420E5B}" dt="2025-07-07T00:38:26.071" v="538" actId="14100"/>
          <ac:spMkLst>
            <pc:docMk/>
            <pc:sldMk cId="0" sldId="261"/>
            <ac:spMk id="10" creationId="{0925864F-0FE7-2C67-FA1D-6A780FDD831F}"/>
          </ac:spMkLst>
        </pc:spChg>
        <pc:spChg chg="add mod">
          <ac:chgData name="Cao Khai Minh" userId="ef3305b0cd1446ab" providerId="LiveId" clId="{B44E1700-FE64-43C6-B599-A0143E420E5B}" dt="2025-07-07T00:35:34.307" v="495" actId="1076"/>
          <ac:spMkLst>
            <pc:docMk/>
            <pc:sldMk cId="0" sldId="261"/>
            <ac:spMk id="11" creationId="{3699B85B-A5F3-7C02-2DDD-7AB03D7FAECE}"/>
          </ac:spMkLst>
        </pc:spChg>
        <pc:spChg chg="add mod">
          <ac:chgData name="Cao Khai Minh" userId="ef3305b0cd1446ab" providerId="LiveId" clId="{B44E1700-FE64-43C6-B599-A0143E420E5B}" dt="2025-07-07T15:15:37.654" v="2555" actId="20577"/>
          <ac:spMkLst>
            <pc:docMk/>
            <pc:sldMk cId="0" sldId="261"/>
            <ac:spMk id="13" creationId="{286845C2-2E25-C1F8-0628-420331D9702D}"/>
          </ac:spMkLst>
        </pc:spChg>
        <pc:spChg chg="mod">
          <ac:chgData name="Cao Khai Minh" userId="ef3305b0cd1446ab" providerId="LiveId" clId="{B44E1700-FE64-43C6-B599-A0143E420E5B}" dt="2025-07-07T15:15:17.798" v="2554" actId="20577"/>
          <ac:spMkLst>
            <pc:docMk/>
            <pc:sldMk cId="0" sldId="261"/>
            <ac:spMk id="42" creationId="{1BF390E4-2C59-DDD5-F345-9C522A78F699}"/>
          </ac:spMkLst>
        </pc:spChg>
      </pc:sldChg>
      <pc:sldChg chg="addSp delSp modSp mod">
        <pc:chgData name="Cao Khai Minh" userId="ef3305b0cd1446ab" providerId="LiveId" clId="{B44E1700-FE64-43C6-B599-A0143E420E5B}" dt="2025-07-07T15:15:05.190" v="2544" actId="20577"/>
        <pc:sldMkLst>
          <pc:docMk/>
          <pc:sldMk cId="0" sldId="263"/>
        </pc:sldMkLst>
        <pc:spChg chg="add mod">
          <ac:chgData name="Cao Khai Minh" userId="ef3305b0cd1446ab" providerId="LiveId" clId="{B44E1700-FE64-43C6-B599-A0143E420E5B}" dt="2025-07-07T14:31:50.061" v="2225" actId="1076"/>
          <ac:spMkLst>
            <pc:docMk/>
            <pc:sldMk cId="0" sldId="263"/>
            <ac:spMk id="2" creationId="{2D269E83-36CF-1BCA-30CE-A366FC15C3FF}"/>
          </ac:spMkLst>
        </pc:spChg>
        <pc:spChg chg="mod">
          <ac:chgData name="Cao Khai Minh" userId="ef3305b0cd1446ab" providerId="LiveId" clId="{B44E1700-FE64-43C6-B599-A0143E420E5B}" dt="2025-07-07T15:15:05.190" v="2544" actId="20577"/>
          <ac:spMkLst>
            <pc:docMk/>
            <pc:sldMk cId="0" sldId="263"/>
            <ac:spMk id="22" creationId="{98646897-BE2B-302C-2F0F-C72A27D1F59B}"/>
          </ac:spMkLst>
        </pc:spChg>
        <pc:picChg chg="add del mod">
          <ac:chgData name="Cao Khai Minh" userId="ef3305b0cd1446ab" providerId="LiveId" clId="{B44E1700-FE64-43C6-B599-A0143E420E5B}" dt="2025-07-07T14:34:47.633" v="2229" actId="478"/>
          <ac:picMkLst>
            <pc:docMk/>
            <pc:sldMk cId="0" sldId="263"/>
            <ac:picMk id="3" creationId="{404888B5-73C1-FA54-6E2A-F8B6CAF15F52}"/>
          </ac:picMkLst>
        </pc:picChg>
        <pc:picChg chg="add del">
          <ac:chgData name="Cao Khai Minh" userId="ef3305b0cd1446ab" providerId="LiveId" clId="{B44E1700-FE64-43C6-B599-A0143E420E5B}" dt="2025-07-07T14:34:46.066" v="2227" actId="22"/>
          <ac:picMkLst>
            <pc:docMk/>
            <pc:sldMk cId="0" sldId="263"/>
            <ac:picMk id="5" creationId="{9D0DC14E-FF16-35A5-9D22-2B428C637285}"/>
          </ac:picMkLst>
        </pc:picChg>
        <pc:picChg chg="add mod">
          <ac:chgData name="Cao Khai Minh" userId="ef3305b0cd1446ab" providerId="LiveId" clId="{B44E1700-FE64-43C6-B599-A0143E420E5B}" dt="2025-07-07T14:38:06.898" v="2266" actId="1076"/>
          <ac:picMkLst>
            <pc:docMk/>
            <pc:sldMk cId="0" sldId="263"/>
            <ac:picMk id="7" creationId="{5530D2B0-2384-2F68-5510-AAF68B179C41}"/>
          </ac:picMkLst>
        </pc:picChg>
      </pc:sldChg>
      <pc:sldChg chg="addSp delSp modSp mod ord">
        <pc:chgData name="Cao Khai Minh" userId="ef3305b0cd1446ab" providerId="LiveId" clId="{B44E1700-FE64-43C6-B599-A0143E420E5B}" dt="2025-07-07T15:15:13.041" v="2549" actId="20577"/>
        <pc:sldMkLst>
          <pc:docMk/>
          <pc:sldMk cId="0" sldId="264"/>
        </pc:sldMkLst>
        <pc:spChg chg="add mod">
          <ac:chgData name="Cao Khai Minh" userId="ef3305b0cd1446ab" providerId="LiveId" clId="{B44E1700-FE64-43C6-B599-A0143E420E5B}" dt="2025-07-07T01:10:39.101" v="801" actId="20577"/>
          <ac:spMkLst>
            <pc:docMk/>
            <pc:sldMk cId="0" sldId="264"/>
            <ac:spMk id="3" creationId="{57B451CB-4F79-D23C-F9B5-0031372DE7E8}"/>
          </ac:spMkLst>
        </pc:spChg>
        <pc:spChg chg="add del">
          <ac:chgData name="Cao Khai Minh" userId="ef3305b0cd1446ab" providerId="LiveId" clId="{B44E1700-FE64-43C6-B599-A0143E420E5B}" dt="2025-07-07T14:29:24.922" v="2187" actId="22"/>
          <ac:spMkLst>
            <pc:docMk/>
            <pc:sldMk cId="0" sldId="264"/>
            <ac:spMk id="4" creationId="{6C574C63-E962-7D76-0DB4-7E517748847F}"/>
          </ac:spMkLst>
        </pc:spChg>
        <pc:spChg chg="add mod">
          <ac:chgData name="Cao Khai Minh" userId="ef3305b0cd1446ab" providerId="LiveId" clId="{B44E1700-FE64-43C6-B599-A0143E420E5B}" dt="2025-07-07T15:15:13.041" v="2549" actId="20577"/>
          <ac:spMkLst>
            <pc:docMk/>
            <pc:sldMk cId="0" sldId="264"/>
            <ac:spMk id="5" creationId="{EE5184DF-D9B2-1CB8-328D-D3809D9DA9B1}"/>
          </ac:spMkLst>
        </pc:spChg>
        <pc:spChg chg="add mod">
          <ac:chgData name="Cao Khai Minh" userId="ef3305b0cd1446ab" providerId="LiveId" clId="{B44E1700-FE64-43C6-B599-A0143E420E5B}" dt="2025-07-07T14:30:12.883" v="2200" actId="1076"/>
          <ac:spMkLst>
            <pc:docMk/>
            <pc:sldMk cId="0" sldId="264"/>
            <ac:spMk id="6" creationId="{D36429FE-FE01-D6A9-32E6-4A0E40D925D6}"/>
          </ac:spMkLst>
        </pc:spChg>
        <pc:spChg chg="mod">
          <ac:chgData name="Cao Khai Minh" userId="ef3305b0cd1446ab" providerId="LiveId" clId="{B44E1700-FE64-43C6-B599-A0143E420E5B}" dt="2025-07-07T14:30:09.265" v="2199" actId="1076"/>
          <ac:spMkLst>
            <pc:docMk/>
            <pc:sldMk cId="0" sldId="264"/>
            <ac:spMk id="19" creationId="{00000000-0000-0000-0000-000000000000}"/>
          </ac:spMkLst>
        </pc:spChg>
        <pc:spChg chg="del">
          <ac:chgData name="Cao Khai Minh" userId="ef3305b0cd1446ab" providerId="LiveId" clId="{B44E1700-FE64-43C6-B599-A0143E420E5B}" dt="2025-07-07T00:23:40.108" v="453" actId="478"/>
          <ac:spMkLst>
            <pc:docMk/>
            <pc:sldMk cId="0" sldId="264"/>
            <ac:spMk id="20" creationId="{00000000-0000-0000-0000-000000000000}"/>
          </ac:spMkLst>
        </pc:spChg>
      </pc:sldChg>
      <pc:sldChg chg="addSp delSp modSp mod">
        <pc:chgData name="Cao Khai Minh" userId="ef3305b0cd1446ab" providerId="LiveId" clId="{B44E1700-FE64-43C6-B599-A0143E420E5B}" dt="2025-07-07T12:23:04.741" v="1405"/>
        <pc:sldMkLst>
          <pc:docMk/>
          <pc:sldMk cId="0" sldId="265"/>
        </pc:sldMkLst>
        <pc:spChg chg="del">
          <ac:chgData name="Cao Khai Minh" userId="ef3305b0cd1446ab" providerId="LiveId" clId="{B44E1700-FE64-43C6-B599-A0143E420E5B}" dt="2025-07-07T12:18:37.175" v="1404" actId="478"/>
          <ac:spMkLst>
            <pc:docMk/>
            <pc:sldMk cId="0" sldId="265"/>
            <ac:spMk id="2" creationId="{00000000-0000-0000-0000-000000000000}"/>
          </ac:spMkLst>
        </pc:spChg>
        <pc:spChg chg="add">
          <ac:chgData name="Cao Khai Minh" userId="ef3305b0cd1446ab" providerId="LiveId" clId="{B44E1700-FE64-43C6-B599-A0143E420E5B}" dt="2025-07-07T12:17:02.053" v="1401" actId="22"/>
          <ac:spMkLst>
            <pc:docMk/>
            <pc:sldMk cId="0" sldId="265"/>
            <ac:spMk id="4" creationId="{B8A9B120-4B53-8A3D-1EFB-4AE94DD264CA}"/>
          </ac:spMkLst>
        </pc:spChg>
        <pc:spChg chg="del mod">
          <ac:chgData name="Cao Khai Minh" userId="ef3305b0cd1446ab" providerId="LiveId" clId="{B44E1700-FE64-43C6-B599-A0143E420E5B}" dt="2025-07-07T00:15:44.684" v="431" actId="478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Cao Khai Minh" userId="ef3305b0cd1446ab" providerId="LiveId" clId="{B44E1700-FE64-43C6-B599-A0143E420E5B}" dt="2025-07-07T12:23:04.741" v="1405"/>
          <ac:spMkLst>
            <pc:docMk/>
            <pc:sldMk cId="0" sldId="265"/>
            <ac:spMk id="5" creationId="{ED420FE2-20F2-4795-0D2F-3E9E25D0A1B5}"/>
          </ac:spMkLst>
        </pc:spChg>
        <pc:spChg chg="add mod">
          <ac:chgData name="Cao Khai Minh" userId="ef3305b0cd1446ab" providerId="LiveId" clId="{B44E1700-FE64-43C6-B599-A0143E420E5B}" dt="2025-07-07T12:23:04.741" v="1405"/>
          <ac:spMkLst>
            <pc:docMk/>
            <pc:sldMk cId="0" sldId="265"/>
            <ac:spMk id="6" creationId="{733D10DB-9A88-27CA-A5AB-4D14942516DB}"/>
          </ac:spMkLst>
        </pc:spChg>
        <pc:spChg chg="add mod">
          <ac:chgData name="Cao Khai Minh" userId="ef3305b0cd1446ab" providerId="LiveId" clId="{B44E1700-FE64-43C6-B599-A0143E420E5B}" dt="2025-07-07T12:23:04.741" v="1405"/>
          <ac:spMkLst>
            <pc:docMk/>
            <pc:sldMk cId="0" sldId="265"/>
            <ac:spMk id="7" creationId="{C1320D0D-A296-DD3C-04C1-403FCC13B35B}"/>
          </ac:spMkLst>
        </pc:spChg>
        <pc:spChg chg="add mod">
          <ac:chgData name="Cao Khai Minh" userId="ef3305b0cd1446ab" providerId="LiveId" clId="{B44E1700-FE64-43C6-B599-A0143E420E5B}" dt="2025-07-07T12:23:04.741" v="1405"/>
          <ac:spMkLst>
            <pc:docMk/>
            <pc:sldMk cId="0" sldId="265"/>
            <ac:spMk id="8" creationId="{6810506F-8F09-7311-2CC7-60B0372AC0A4}"/>
          </ac:spMkLst>
        </pc:spChg>
        <pc:spChg chg="del">
          <ac:chgData name="Cao Khai Minh" userId="ef3305b0cd1446ab" providerId="LiveId" clId="{B44E1700-FE64-43C6-B599-A0143E420E5B}" dt="2025-07-07T12:18:36.380" v="1403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Cao Khai Minh" userId="ef3305b0cd1446ab" providerId="LiveId" clId="{B44E1700-FE64-43C6-B599-A0143E420E5B}" dt="2025-07-07T00:15:40.097" v="427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Cao Khai Minh" userId="ef3305b0cd1446ab" providerId="LiveId" clId="{B44E1700-FE64-43C6-B599-A0143E420E5B}" dt="2025-07-07T12:18:35.177" v="1402" actId="478"/>
          <ac:spMkLst>
            <pc:docMk/>
            <pc:sldMk cId="0" sldId="265"/>
            <ac:spMk id="40" creationId="{00000000-0000-0000-0000-000000000000}"/>
          </ac:spMkLst>
        </pc:spChg>
        <pc:grpChg chg="del">
          <ac:chgData name="Cao Khai Minh" userId="ef3305b0cd1446ab" providerId="LiveId" clId="{B44E1700-FE64-43C6-B599-A0143E420E5B}" dt="2025-07-07T00:15:41.143" v="429" actId="478"/>
          <ac:grpSpMkLst>
            <pc:docMk/>
            <pc:sldMk cId="0" sldId="265"/>
            <ac:grpSpMk id="26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7T00:15:40.691" v="428" actId="478"/>
          <ac:grpSpMkLst>
            <pc:docMk/>
            <pc:sldMk cId="0" sldId="265"/>
            <ac:grpSpMk id="29" creationId="{00000000-0000-0000-0000-000000000000}"/>
          </ac:grpSpMkLst>
        </pc:grpChg>
        <pc:grpChg chg="del">
          <ac:chgData name="Cao Khai Minh" userId="ef3305b0cd1446ab" providerId="LiveId" clId="{B44E1700-FE64-43C6-B599-A0143E420E5B}" dt="2025-07-07T00:15:39.387" v="426" actId="478"/>
          <ac:grpSpMkLst>
            <pc:docMk/>
            <pc:sldMk cId="0" sldId="265"/>
            <ac:grpSpMk id="32" creationId="{00000000-0000-0000-0000-000000000000}"/>
          </ac:grpSpMkLst>
        </pc:grpChg>
      </pc:sldChg>
      <pc:sldChg chg="addSp delSp modSp add mod">
        <pc:chgData name="Cao Khai Minh" userId="ef3305b0cd1446ab" providerId="LiveId" clId="{B44E1700-FE64-43C6-B599-A0143E420E5B}" dt="2025-07-07T15:13:52.570" v="2521" actId="20577"/>
        <pc:sldMkLst>
          <pc:docMk/>
          <pc:sldMk cId="485008545" sldId="266"/>
        </pc:sldMkLst>
        <pc:spChg chg="add del mod">
          <ac:chgData name="Cao Khai Minh" userId="ef3305b0cd1446ab" providerId="LiveId" clId="{B44E1700-FE64-43C6-B599-A0143E420E5B}" dt="2025-07-07T12:26:40.278" v="1453"/>
          <ac:spMkLst>
            <pc:docMk/>
            <pc:sldMk cId="485008545" sldId="266"/>
            <ac:spMk id="2" creationId="{5A737F3F-5339-B6F1-74C4-0B30179A1C00}"/>
          </ac:spMkLst>
        </pc:spChg>
        <pc:spChg chg="add del mod">
          <ac:chgData name="Cao Khai Minh" userId="ef3305b0cd1446ab" providerId="LiveId" clId="{B44E1700-FE64-43C6-B599-A0143E420E5B}" dt="2025-07-07T11:45:01.461" v="1385" actId="478"/>
          <ac:spMkLst>
            <pc:docMk/>
            <pc:sldMk cId="485008545" sldId="266"/>
            <ac:spMk id="4" creationId="{863E2B42-0467-6DD3-8E1E-0CE0776BEAAB}"/>
          </ac:spMkLst>
        </pc:spChg>
        <pc:spChg chg="add mod">
          <ac:chgData name="Cao Khai Minh" userId="ef3305b0cd1446ab" providerId="LiveId" clId="{B44E1700-FE64-43C6-B599-A0143E420E5B}" dt="2025-07-07T12:58:33.632" v="1545" actId="1076"/>
          <ac:spMkLst>
            <pc:docMk/>
            <pc:sldMk cId="485008545" sldId="266"/>
            <ac:spMk id="6" creationId="{5C3A31C5-7322-3125-269D-E4FB3237C6C0}"/>
          </ac:spMkLst>
        </pc:spChg>
        <pc:spChg chg="add mod">
          <ac:chgData name="Cao Khai Minh" userId="ef3305b0cd1446ab" providerId="LiveId" clId="{B44E1700-FE64-43C6-B599-A0143E420E5B}" dt="2025-07-07T12:58:39.846" v="1548" actId="122"/>
          <ac:spMkLst>
            <pc:docMk/>
            <pc:sldMk cId="485008545" sldId="266"/>
            <ac:spMk id="8" creationId="{56FD553B-FFA6-AAE8-73D2-1A798919F4D5}"/>
          </ac:spMkLst>
        </pc:spChg>
        <pc:spChg chg="add mod">
          <ac:chgData name="Cao Khai Minh" userId="ef3305b0cd1446ab" providerId="LiveId" clId="{B44E1700-FE64-43C6-B599-A0143E420E5B}" dt="2025-07-07T12:58:29.611" v="1544" actId="1076"/>
          <ac:spMkLst>
            <pc:docMk/>
            <pc:sldMk cId="485008545" sldId="266"/>
            <ac:spMk id="10" creationId="{0DCEFB76-B8C9-95FB-A8AF-8E0CF404D3EE}"/>
          </ac:spMkLst>
        </pc:spChg>
        <pc:spChg chg="add mod">
          <ac:chgData name="Cao Khai Minh" userId="ef3305b0cd1446ab" providerId="LiveId" clId="{B44E1700-FE64-43C6-B599-A0143E420E5B}" dt="2025-07-07T12:59:18.280" v="1555" actId="1076"/>
          <ac:spMkLst>
            <pc:docMk/>
            <pc:sldMk cId="485008545" sldId="266"/>
            <ac:spMk id="11" creationId="{FCD5C788-6D70-2111-36DB-EAC777E4E882}"/>
          </ac:spMkLst>
        </pc:spChg>
        <pc:spChg chg="add mod">
          <ac:chgData name="Cao Khai Minh" userId="ef3305b0cd1446ab" providerId="LiveId" clId="{B44E1700-FE64-43C6-B599-A0143E420E5B}" dt="2025-07-07T12:59:16.070" v="1554" actId="1076"/>
          <ac:spMkLst>
            <pc:docMk/>
            <pc:sldMk cId="485008545" sldId="266"/>
            <ac:spMk id="12" creationId="{2BF73637-1533-79F0-BE9A-081F7A8EEEB6}"/>
          </ac:spMkLst>
        </pc:spChg>
        <pc:spChg chg="add mod">
          <ac:chgData name="Cao Khai Minh" userId="ef3305b0cd1446ab" providerId="LiveId" clId="{B44E1700-FE64-43C6-B599-A0143E420E5B}" dt="2025-07-07T14:30:41.878" v="2205" actId="1076"/>
          <ac:spMkLst>
            <pc:docMk/>
            <pc:sldMk cId="485008545" sldId="266"/>
            <ac:spMk id="13" creationId="{EE2E1EAB-BE04-CB73-053B-D9C0ABA28E0C}"/>
          </ac:spMkLst>
        </pc:spChg>
        <pc:spChg chg="add mod">
          <ac:chgData name="Cao Khai Minh" userId="ef3305b0cd1446ab" providerId="LiveId" clId="{B44E1700-FE64-43C6-B599-A0143E420E5B}" dt="2025-07-07T15:13:52.570" v="2521" actId="20577"/>
          <ac:spMkLst>
            <pc:docMk/>
            <pc:sldMk cId="485008545" sldId="266"/>
            <ac:spMk id="14" creationId="{C5D5C08A-F692-7E41-DB0E-1B63D5ACFB14}"/>
          </ac:spMkLst>
        </pc:spChg>
        <pc:spChg chg="add mod">
          <ac:chgData name="Cao Khai Minh" userId="ef3305b0cd1446ab" providerId="LiveId" clId="{B44E1700-FE64-43C6-B599-A0143E420E5B}" dt="2025-07-07T15:11:22.742" v="2447" actId="1076"/>
          <ac:spMkLst>
            <pc:docMk/>
            <pc:sldMk cId="485008545" sldId="266"/>
            <ac:spMk id="18" creationId="{5392DDB3-EF43-4384-9BFF-A20CD02F36E6}"/>
          </ac:spMkLst>
        </pc:spChg>
        <pc:spChg chg="del mod">
          <ac:chgData name="Cao Khai Minh" userId="ef3305b0cd1446ab" providerId="LiveId" clId="{B44E1700-FE64-43C6-B599-A0143E420E5B}" dt="2025-07-07T14:51:55.722" v="2368" actId="478"/>
          <ac:spMkLst>
            <pc:docMk/>
            <pc:sldMk cId="485008545" sldId="266"/>
            <ac:spMk id="20" creationId="{6B13BE4F-DF9B-FA82-E8AB-9801CCD21E57}"/>
          </ac:spMkLst>
        </pc:spChg>
        <pc:spChg chg="add mod">
          <ac:chgData name="Cao Khai Minh" userId="ef3305b0cd1446ab" providerId="LiveId" clId="{B44E1700-FE64-43C6-B599-A0143E420E5B}" dt="2025-07-07T15:12:35.431" v="2514" actId="1076"/>
          <ac:spMkLst>
            <pc:docMk/>
            <pc:sldMk cId="485008545" sldId="266"/>
            <ac:spMk id="21" creationId="{DDB902CF-F8D1-CE37-2F4C-EE40C80D9CA2}"/>
          </ac:spMkLst>
        </pc:spChg>
        <pc:graphicFrameChg chg="add del mod">
          <ac:chgData name="Cao Khai Minh" userId="ef3305b0cd1446ab" providerId="LiveId" clId="{B44E1700-FE64-43C6-B599-A0143E420E5B}" dt="2025-07-07T12:32:31.392" v="1500" actId="478"/>
          <ac:graphicFrameMkLst>
            <pc:docMk/>
            <pc:sldMk cId="485008545" sldId="266"/>
            <ac:graphicFrameMk id="3" creationId="{3798DD82-2EC7-ACEA-F379-D2C940FE5AC7}"/>
          </ac:graphicFrameMkLst>
        </pc:graphicFrameChg>
      </pc:sldChg>
      <pc:sldChg chg="add del">
        <pc:chgData name="Cao Khai Minh" userId="ef3305b0cd1446ab" providerId="LiveId" clId="{B44E1700-FE64-43C6-B599-A0143E420E5B}" dt="2025-07-07T12:25:41.087" v="1406" actId="47"/>
        <pc:sldMkLst>
          <pc:docMk/>
          <pc:sldMk cId="1502515630" sldId="267"/>
        </pc:sldMkLst>
      </pc:sldChg>
      <pc:sldChg chg="add del">
        <pc:chgData name="Cao Khai Minh" userId="ef3305b0cd1446ab" providerId="LiveId" clId="{B44E1700-FE64-43C6-B599-A0143E420E5B}" dt="2025-07-07T12:40:07.513" v="1514" actId="47"/>
        <pc:sldMkLst>
          <pc:docMk/>
          <pc:sldMk cId="1802915504" sldId="267"/>
        </pc:sldMkLst>
      </pc:sldChg>
      <pc:sldChg chg="modSp add del mod">
        <pc:chgData name="Cao Khai Minh" userId="ef3305b0cd1446ab" providerId="LiveId" clId="{B44E1700-FE64-43C6-B599-A0143E420E5B}" dt="2025-07-07T14:25:10.921" v="2144" actId="47"/>
        <pc:sldMkLst>
          <pc:docMk/>
          <pc:sldMk cId="2046163575" sldId="267"/>
        </pc:sldMkLst>
        <pc:spChg chg="mod">
          <ac:chgData name="Cao Khai Minh" userId="ef3305b0cd1446ab" providerId="LiveId" clId="{B44E1700-FE64-43C6-B599-A0143E420E5B}" dt="2025-07-07T14:25:00.776" v="2142" actId="255"/>
          <ac:spMkLst>
            <pc:docMk/>
            <pc:sldMk cId="2046163575" sldId="267"/>
            <ac:spMk id="20" creationId="{6B13BE4F-DF9B-FA82-E8AB-9801CCD21E57}"/>
          </ac:spMkLst>
        </pc:spChg>
      </pc:sldChg>
      <pc:sldChg chg="add del">
        <pc:chgData name="Cao Khai Minh" userId="ef3305b0cd1446ab" providerId="LiveId" clId="{B44E1700-FE64-43C6-B599-A0143E420E5B}" dt="2025-07-07T12:25:41.833" v="1407" actId="47"/>
        <pc:sldMkLst>
          <pc:docMk/>
          <pc:sldMk cId="78260067" sldId="268"/>
        </pc:sldMkLst>
      </pc:sldChg>
      <pc:sldChg chg="add del">
        <pc:chgData name="Cao Khai Minh" userId="ef3305b0cd1446ab" providerId="LiveId" clId="{B44E1700-FE64-43C6-B599-A0143E420E5B}" dt="2025-07-07T13:06:30.538" v="1556" actId="47"/>
        <pc:sldMkLst>
          <pc:docMk/>
          <pc:sldMk cId="591583775" sldId="268"/>
        </pc:sldMkLst>
      </pc:sldChg>
      <pc:sldChg chg="addSp delSp modSp add mod">
        <pc:chgData name="Cao Khai Minh" userId="ef3305b0cd1446ab" providerId="LiveId" clId="{B44E1700-FE64-43C6-B599-A0143E420E5B}" dt="2025-07-07T15:14:27.338" v="2540" actId="20577"/>
        <pc:sldMkLst>
          <pc:docMk/>
          <pc:sldMk cId="2295851685" sldId="268"/>
        </pc:sldMkLst>
        <pc:spChg chg="del">
          <ac:chgData name="Cao Khai Minh" userId="ef3305b0cd1446ab" providerId="LiveId" clId="{B44E1700-FE64-43C6-B599-A0143E420E5B}" dt="2025-07-07T13:12:03.111" v="1575" actId="478"/>
          <ac:spMkLst>
            <pc:docMk/>
            <pc:sldMk cId="2295851685" sldId="268"/>
            <ac:spMk id="6" creationId="{5C3A31C5-7322-3125-269D-E4FB3237C6C0}"/>
          </ac:spMkLst>
        </pc:spChg>
        <pc:spChg chg="del">
          <ac:chgData name="Cao Khai Minh" userId="ef3305b0cd1446ab" providerId="LiveId" clId="{B44E1700-FE64-43C6-B599-A0143E420E5B}" dt="2025-07-07T13:11:59.264" v="1574" actId="478"/>
          <ac:spMkLst>
            <pc:docMk/>
            <pc:sldMk cId="2295851685" sldId="268"/>
            <ac:spMk id="8" creationId="{56FD553B-FFA6-AAE8-73D2-1A798919F4D5}"/>
          </ac:spMkLst>
        </pc:spChg>
        <pc:spChg chg="del">
          <ac:chgData name="Cao Khai Minh" userId="ef3305b0cd1446ab" providerId="LiveId" clId="{B44E1700-FE64-43C6-B599-A0143E420E5B}" dt="2025-07-07T13:11:59.264" v="1574" actId="478"/>
          <ac:spMkLst>
            <pc:docMk/>
            <pc:sldMk cId="2295851685" sldId="268"/>
            <ac:spMk id="10" creationId="{0DCEFB76-B8C9-95FB-A8AF-8E0CF404D3EE}"/>
          </ac:spMkLst>
        </pc:spChg>
        <pc:spChg chg="del">
          <ac:chgData name="Cao Khai Minh" userId="ef3305b0cd1446ab" providerId="LiveId" clId="{B44E1700-FE64-43C6-B599-A0143E420E5B}" dt="2025-07-07T13:11:59.264" v="1574" actId="478"/>
          <ac:spMkLst>
            <pc:docMk/>
            <pc:sldMk cId="2295851685" sldId="268"/>
            <ac:spMk id="11" creationId="{FCD5C788-6D70-2111-36DB-EAC777E4E882}"/>
          </ac:spMkLst>
        </pc:spChg>
        <pc:spChg chg="del">
          <ac:chgData name="Cao Khai Minh" userId="ef3305b0cd1446ab" providerId="LiveId" clId="{B44E1700-FE64-43C6-B599-A0143E420E5B}" dt="2025-07-07T13:11:59.264" v="1574" actId="478"/>
          <ac:spMkLst>
            <pc:docMk/>
            <pc:sldMk cId="2295851685" sldId="268"/>
            <ac:spMk id="12" creationId="{2BF73637-1533-79F0-BE9A-081F7A8EEEB6}"/>
          </ac:spMkLst>
        </pc:spChg>
        <pc:spChg chg="mod ord">
          <ac:chgData name="Cao Khai Minh" userId="ef3305b0cd1446ab" providerId="LiveId" clId="{B44E1700-FE64-43C6-B599-A0143E420E5B}" dt="2025-07-07T14:23:32.567" v="2132" actId="166"/>
          <ac:spMkLst>
            <pc:docMk/>
            <pc:sldMk cId="2295851685" sldId="268"/>
            <ac:spMk id="15" creationId="{00000000-0000-0000-0000-000000000000}"/>
          </ac:spMkLst>
        </pc:spChg>
        <pc:spChg chg="mod ord">
          <ac:chgData name="Cao Khai Minh" userId="ef3305b0cd1446ab" providerId="LiveId" clId="{B44E1700-FE64-43C6-B599-A0143E420E5B}" dt="2025-07-07T14:31:18.165" v="2215" actId="1037"/>
          <ac:spMkLst>
            <pc:docMk/>
            <pc:sldMk cId="2295851685" sldId="268"/>
            <ac:spMk id="16" creationId="{00000000-0000-0000-0000-000000000000}"/>
          </ac:spMkLst>
        </pc:spChg>
        <pc:spChg chg="del mod">
          <ac:chgData name="Cao Khai Minh" userId="ef3305b0cd1446ab" providerId="LiveId" clId="{B44E1700-FE64-43C6-B599-A0143E420E5B}" dt="2025-07-07T13:15:28.979" v="1605" actId="478"/>
          <ac:spMkLst>
            <pc:docMk/>
            <pc:sldMk cId="2295851685" sldId="268"/>
            <ac:spMk id="17" creationId="{00000000-0000-0000-0000-000000000000}"/>
          </ac:spMkLst>
        </pc:spChg>
        <pc:spChg chg="mod">
          <ac:chgData name="Cao Khai Minh" userId="ef3305b0cd1446ab" providerId="LiveId" clId="{B44E1700-FE64-43C6-B599-A0143E420E5B}" dt="2025-07-07T15:14:27.338" v="2540" actId="20577"/>
          <ac:spMkLst>
            <pc:docMk/>
            <pc:sldMk cId="2295851685" sldId="268"/>
            <ac:spMk id="20" creationId="{6B13BE4F-DF9B-FA82-E8AB-9801CCD21E57}"/>
          </ac:spMkLst>
        </pc:spChg>
        <pc:spChg chg="add mod">
          <ac:chgData name="Cao Khai Minh" userId="ef3305b0cd1446ab" providerId="LiveId" clId="{B44E1700-FE64-43C6-B599-A0143E420E5B}" dt="2025-07-07T14:31:27.865" v="2219" actId="1076"/>
          <ac:spMkLst>
            <pc:docMk/>
            <pc:sldMk cId="2295851685" sldId="268"/>
            <ac:spMk id="50" creationId="{01E4221E-4D96-5FBC-E1BA-E9F8947457A8}"/>
          </ac:spMkLst>
        </pc:spChg>
        <pc:graphicFrameChg chg="add del mod modGraphic">
          <ac:chgData name="Cao Khai Minh" userId="ef3305b0cd1446ab" providerId="LiveId" clId="{B44E1700-FE64-43C6-B599-A0143E420E5B}" dt="2025-07-07T13:13:38.744" v="1590" actId="478"/>
          <ac:graphicFrameMkLst>
            <pc:docMk/>
            <pc:sldMk cId="2295851685" sldId="268"/>
            <ac:graphicFrameMk id="2" creationId="{26E0EB0F-D47B-57F0-9BFD-6BD662C8E294}"/>
          </ac:graphicFrameMkLst>
        </pc:graphicFrameChg>
        <pc:graphicFrameChg chg="add del mod modGraphic">
          <ac:chgData name="Cao Khai Minh" userId="ef3305b0cd1446ab" providerId="LiveId" clId="{B44E1700-FE64-43C6-B599-A0143E420E5B}" dt="2025-07-07T13:14:34.807" v="1594" actId="478"/>
          <ac:graphicFrameMkLst>
            <pc:docMk/>
            <pc:sldMk cId="2295851685" sldId="268"/>
            <ac:graphicFrameMk id="3" creationId="{0BCABA42-0D80-A40A-A274-A558E455BB2A}"/>
          </ac:graphicFrameMkLst>
        </pc:graphicFrameChg>
        <pc:graphicFrameChg chg="add del mod modGraphic">
          <ac:chgData name="Cao Khai Minh" userId="ef3305b0cd1446ab" providerId="LiveId" clId="{B44E1700-FE64-43C6-B599-A0143E420E5B}" dt="2025-07-07T13:29:51.100" v="1666" actId="478"/>
          <ac:graphicFrameMkLst>
            <pc:docMk/>
            <pc:sldMk cId="2295851685" sldId="268"/>
            <ac:graphicFrameMk id="4" creationId="{59544DA0-00DB-D49C-AE11-3DA3873B46BC}"/>
          </ac:graphicFrameMkLst>
        </pc:graphicFrameChg>
        <pc:graphicFrameChg chg="add del mod modGraphic">
          <ac:chgData name="Cao Khai Minh" userId="ef3305b0cd1446ab" providerId="LiveId" clId="{B44E1700-FE64-43C6-B599-A0143E420E5B}" dt="2025-07-07T14:12:25.211" v="1906" actId="478"/>
          <ac:graphicFrameMkLst>
            <pc:docMk/>
            <pc:sldMk cId="2295851685" sldId="268"/>
            <ac:graphicFrameMk id="9" creationId="{B32DE8C7-419B-10F1-122A-75C57AC7C119}"/>
          </ac:graphicFrameMkLst>
        </pc:graphicFrameChg>
        <pc:graphicFrameChg chg="add del mod modGraphic">
          <ac:chgData name="Cao Khai Minh" userId="ef3305b0cd1446ab" providerId="LiveId" clId="{B44E1700-FE64-43C6-B599-A0143E420E5B}" dt="2025-07-07T14:20:10.815" v="2074" actId="478"/>
          <ac:graphicFrameMkLst>
            <pc:docMk/>
            <pc:sldMk cId="2295851685" sldId="268"/>
            <ac:graphicFrameMk id="30" creationId="{F7E62375-9281-D155-79C5-E6EC01DB0412}"/>
          </ac:graphicFrameMkLst>
        </pc:graphicFrameChg>
        <pc:graphicFrameChg chg="add del mod">
          <ac:chgData name="Cao Khai Minh" userId="ef3305b0cd1446ab" providerId="LiveId" clId="{B44E1700-FE64-43C6-B599-A0143E420E5B}" dt="2025-07-07T14:16:52.195" v="1957" actId="478"/>
          <ac:graphicFrameMkLst>
            <pc:docMk/>
            <pc:sldMk cId="2295851685" sldId="268"/>
            <ac:graphicFrameMk id="33" creationId="{524DE62F-6800-7253-6EAC-605921C0C025}"/>
          </ac:graphicFrameMkLst>
        </pc:graphicFrameChg>
        <pc:graphicFrameChg chg="add mod modGraphic">
          <ac:chgData name="Cao Khai Minh" userId="ef3305b0cd1446ab" providerId="LiveId" clId="{B44E1700-FE64-43C6-B599-A0143E420E5B}" dt="2025-07-07T14:31:23.494" v="2218" actId="1037"/>
          <ac:graphicFrameMkLst>
            <pc:docMk/>
            <pc:sldMk cId="2295851685" sldId="268"/>
            <ac:graphicFrameMk id="49" creationId="{6BE13BC6-57E5-611E-2AD7-78CEF13FC5A8}"/>
          </ac:graphicFrameMkLst>
        </pc:graphicFrameChg>
        <pc:picChg chg="add del mod ord">
          <ac:chgData name="Cao Khai Minh" userId="ef3305b0cd1446ab" providerId="LiveId" clId="{B44E1700-FE64-43C6-B599-A0143E420E5B}" dt="2025-07-07T13:59:33.506" v="1787" actId="478"/>
          <ac:picMkLst>
            <pc:docMk/>
            <pc:sldMk cId="2295851685" sldId="268"/>
            <ac:picMk id="7" creationId="{9728AB6C-3612-BA2F-3016-57E95E7401AF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13" creationId="{31F0E7B8-13B1-35BB-B4E9-F79EE96E8B18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14" creationId="{A37BD05F-3C22-D253-A6CD-B96B94301E35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18" creationId="{C23C80C8-82F7-4492-8337-9A4D9F83A954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19" creationId="{6D370936-AAA2-95F7-0ECC-E0137B852B66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1" creationId="{6FA6E56E-BBC9-DBEA-DA38-94456BB91E11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2" creationId="{8985B5C4-180F-B82E-2832-C06B62C0BF14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3" creationId="{BB769754-CF9F-00DC-7F84-ABA63E573684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4" creationId="{2CBA8245-5F43-C39E-0701-0FF2210F7090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5" creationId="{8F648FFD-E7D2-F455-35FE-A4EB8F2C4BD5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6" creationId="{FFFFD257-861B-89E2-55E0-9C5629E0F068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7" creationId="{F27196BA-AB30-FE2F-1CDD-55F60CBCF2A1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8" creationId="{FDC97506-D186-FEC4-16EC-612E7A09B83C}"/>
          </ac:picMkLst>
        </pc:picChg>
        <pc:picChg chg="add del mod">
          <ac:chgData name="Cao Khai Minh" userId="ef3305b0cd1446ab" providerId="LiveId" clId="{B44E1700-FE64-43C6-B599-A0143E420E5B}" dt="2025-07-07T14:12:27.978" v="1907" actId="478"/>
          <ac:picMkLst>
            <pc:docMk/>
            <pc:sldMk cId="2295851685" sldId="268"/>
            <ac:picMk id="29" creationId="{D6F3B8C8-7B3A-D7C9-CBD4-F7848CB0D1CA}"/>
          </ac:picMkLst>
        </pc:picChg>
        <pc:picChg chg="add del mod">
          <ac:chgData name="Cao Khai Minh" userId="ef3305b0cd1446ab" providerId="LiveId" clId="{B44E1700-FE64-43C6-B599-A0143E420E5B}" dt="2025-07-07T14:16:35.682" v="1954" actId="478"/>
          <ac:picMkLst>
            <pc:docMk/>
            <pc:sldMk cId="2295851685" sldId="268"/>
            <ac:picMk id="32" creationId="{19983FEC-2942-0156-3694-14BCE25B048D}"/>
          </ac:picMkLst>
        </pc:picChg>
        <pc:picChg chg="add mod ord">
          <ac:chgData name="Cao Khai Minh" userId="ef3305b0cd1446ab" providerId="LiveId" clId="{B44E1700-FE64-43C6-B599-A0143E420E5B}" dt="2025-07-07T14:23:11.478" v="2123" actId="1038"/>
          <ac:picMkLst>
            <pc:docMk/>
            <pc:sldMk cId="2295851685" sldId="268"/>
            <ac:picMk id="34" creationId="{28609BF1-6360-BB4F-709D-A036BDD74DB7}"/>
          </ac:picMkLst>
        </pc:picChg>
        <pc:picChg chg="add mod ord">
          <ac:chgData name="Cao Khai Minh" userId="ef3305b0cd1446ab" providerId="LiveId" clId="{B44E1700-FE64-43C6-B599-A0143E420E5B}" dt="2025-07-07T14:23:08.994" v="2120" actId="1035"/>
          <ac:picMkLst>
            <pc:docMk/>
            <pc:sldMk cId="2295851685" sldId="268"/>
            <ac:picMk id="35" creationId="{7F07FDFA-BAC9-F484-8403-308EE202A447}"/>
          </ac:picMkLst>
        </pc:picChg>
        <pc:picChg chg="add mod ord">
          <ac:chgData name="Cao Khai Minh" userId="ef3305b0cd1446ab" providerId="LiveId" clId="{B44E1700-FE64-43C6-B599-A0143E420E5B}" dt="2025-07-07T14:23:05.382" v="2118" actId="1035"/>
          <ac:picMkLst>
            <pc:docMk/>
            <pc:sldMk cId="2295851685" sldId="268"/>
            <ac:picMk id="36" creationId="{A73C3F56-C20E-5D30-2DC7-936DFA534C9D}"/>
          </ac:picMkLst>
        </pc:picChg>
        <pc:picChg chg="add mod ord">
          <ac:chgData name="Cao Khai Minh" userId="ef3305b0cd1446ab" providerId="LiveId" clId="{B44E1700-FE64-43C6-B599-A0143E420E5B}" dt="2025-07-07T14:22:48.415" v="2116" actId="166"/>
          <ac:picMkLst>
            <pc:docMk/>
            <pc:sldMk cId="2295851685" sldId="268"/>
            <ac:picMk id="37" creationId="{0334E36C-FEA8-25A5-24EB-A18CC6EFC9E5}"/>
          </ac:picMkLst>
        </pc:picChg>
        <pc:picChg chg="add mod ord">
          <ac:chgData name="Cao Khai Minh" userId="ef3305b0cd1446ab" providerId="LiveId" clId="{B44E1700-FE64-43C6-B599-A0143E420E5B}" dt="2025-07-07T14:23:06.870" v="2119" actId="1036"/>
          <ac:picMkLst>
            <pc:docMk/>
            <pc:sldMk cId="2295851685" sldId="268"/>
            <ac:picMk id="38" creationId="{8BB667F7-FCCA-5687-0AF7-5773D10E1F15}"/>
          </ac:picMkLst>
        </pc:picChg>
        <pc:picChg chg="add mod ord">
          <ac:chgData name="Cao Khai Minh" userId="ef3305b0cd1446ab" providerId="LiveId" clId="{B44E1700-FE64-43C6-B599-A0143E420E5B}" dt="2025-07-07T14:22:48.415" v="2116" actId="166"/>
          <ac:picMkLst>
            <pc:docMk/>
            <pc:sldMk cId="2295851685" sldId="268"/>
            <ac:picMk id="39" creationId="{67F291CC-B600-8ADA-EFBB-28F91333CE9A}"/>
          </ac:picMkLst>
        </pc:picChg>
        <pc:picChg chg="add mod ord">
          <ac:chgData name="Cao Khai Minh" userId="ef3305b0cd1446ab" providerId="LiveId" clId="{B44E1700-FE64-43C6-B599-A0143E420E5B}" dt="2025-07-07T14:31:32.734" v="2222" actId="1037"/>
          <ac:picMkLst>
            <pc:docMk/>
            <pc:sldMk cId="2295851685" sldId="268"/>
            <ac:picMk id="40" creationId="{82CC0C06-2F1C-0B79-3EEA-6CAA41C12121}"/>
          </ac:picMkLst>
        </pc:picChg>
        <pc:picChg chg="add mod ord">
          <ac:chgData name="Cao Khai Minh" userId="ef3305b0cd1446ab" providerId="LiveId" clId="{B44E1700-FE64-43C6-B599-A0143E420E5B}" dt="2025-07-07T14:31:34.610" v="2223" actId="1037"/>
          <ac:picMkLst>
            <pc:docMk/>
            <pc:sldMk cId="2295851685" sldId="268"/>
            <ac:picMk id="41" creationId="{D0BE95AD-A19E-E73E-4415-C59ED3C3C506}"/>
          </ac:picMkLst>
        </pc:picChg>
        <pc:picChg chg="add mod ord">
          <ac:chgData name="Cao Khai Minh" userId="ef3305b0cd1446ab" providerId="LiveId" clId="{B44E1700-FE64-43C6-B599-A0143E420E5B}" dt="2025-07-07T14:22:48.415" v="2116" actId="166"/>
          <ac:picMkLst>
            <pc:docMk/>
            <pc:sldMk cId="2295851685" sldId="268"/>
            <ac:picMk id="42" creationId="{8B68E8D1-2D13-780C-C7DF-769AD2BA24A7}"/>
          </ac:picMkLst>
        </pc:picChg>
        <pc:picChg chg="add mod ord">
          <ac:chgData name="Cao Khai Minh" userId="ef3305b0cd1446ab" providerId="LiveId" clId="{B44E1700-FE64-43C6-B599-A0143E420E5B}" dt="2025-07-07T14:31:36.618" v="2224" actId="1035"/>
          <ac:picMkLst>
            <pc:docMk/>
            <pc:sldMk cId="2295851685" sldId="268"/>
            <ac:picMk id="43" creationId="{94C955B7-E44A-DAB1-8D7A-332773BB62BD}"/>
          </ac:picMkLst>
        </pc:picChg>
        <pc:picChg chg="add mod ord">
          <ac:chgData name="Cao Khai Minh" userId="ef3305b0cd1446ab" providerId="LiveId" clId="{B44E1700-FE64-43C6-B599-A0143E420E5B}" dt="2025-07-07T14:22:48.415" v="2116" actId="166"/>
          <ac:picMkLst>
            <pc:docMk/>
            <pc:sldMk cId="2295851685" sldId="268"/>
            <ac:picMk id="44" creationId="{737A2A92-0F01-CBCF-10BD-8D2149C416DC}"/>
          </ac:picMkLst>
        </pc:picChg>
        <pc:picChg chg="add mod ord">
          <ac:chgData name="Cao Khai Minh" userId="ef3305b0cd1446ab" providerId="LiveId" clId="{B44E1700-FE64-43C6-B599-A0143E420E5B}" dt="2025-07-07T14:22:48.415" v="2116" actId="166"/>
          <ac:picMkLst>
            <pc:docMk/>
            <pc:sldMk cId="2295851685" sldId="268"/>
            <ac:picMk id="45" creationId="{FFAC147E-FD73-614C-6083-C9D4D4C17FDE}"/>
          </ac:picMkLst>
        </pc:picChg>
        <pc:picChg chg="add mod ord">
          <ac:chgData name="Cao Khai Minh" userId="ef3305b0cd1446ab" providerId="LiveId" clId="{B44E1700-FE64-43C6-B599-A0143E420E5B}" dt="2025-07-07T14:23:18.937" v="2128" actId="1036"/>
          <ac:picMkLst>
            <pc:docMk/>
            <pc:sldMk cId="2295851685" sldId="268"/>
            <ac:picMk id="46" creationId="{88A6F6B3-DE40-36A2-177A-241AB34D0952}"/>
          </ac:picMkLst>
        </pc:picChg>
        <pc:picChg chg="add del mod">
          <ac:chgData name="Cao Khai Minh" userId="ef3305b0cd1446ab" providerId="LiveId" clId="{B44E1700-FE64-43C6-B599-A0143E420E5B}" dt="2025-07-07T14:20:23.625" v="2082" actId="478"/>
          <ac:picMkLst>
            <pc:docMk/>
            <pc:sldMk cId="2295851685" sldId="268"/>
            <ac:picMk id="48" creationId="{E579C5EB-A43C-057B-AA13-3630FBE05E7A}"/>
          </ac:picMkLst>
        </pc:picChg>
      </pc:sldChg>
      <pc:sldChg chg="addSp delSp modSp add mod">
        <pc:chgData name="Cao Khai Minh" userId="ef3305b0cd1446ab" providerId="LiveId" clId="{B44E1700-FE64-43C6-B599-A0143E420E5B}" dt="2025-07-07T15:14:17.122" v="2534" actId="14100"/>
        <pc:sldMkLst>
          <pc:docMk/>
          <pc:sldMk cId="124265819" sldId="269"/>
        </pc:sldMkLst>
        <pc:spChg chg="mod ord">
          <ac:chgData name="Cao Khai Minh" userId="ef3305b0cd1446ab" providerId="LiveId" clId="{B44E1700-FE64-43C6-B599-A0143E420E5B}" dt="2025-07-07T14:12:14.951" v="1905" actId="166"/>
          <ac:spMkLst>
            <pc:docMk/>
            <pc:sldMk cId="124265819" sldId="269"/>
            <ac:spMk id="5" creationId="{386656BE-9627-D0FF-B1CB-E90A30DF33E2}"/>
          </ac:spMkLst>
        </pc:spChg>
        <pc:spChg chg="add mod">
          <ac:chgData name="Cao Khai Minh" userId="ef3305b0cd1446ab" providerId="LiveId" clId="{B44E1700-FE64-43C6-B599-A0143E420E5B}" dt="2025-07-07T15:14:17.122" v="2534" actId="14100"/>
          <ac:spMkLst>
            <pc:docMk/>
            <pc:sldMk cId="124265819" sldId="269"/>
            <ac:spMk id="6" creationId="{A89FC940-6DC8-8894-3D8B-314A5422964C}"/>
          </ac:spMkLst>
        </pc:spChg>
        <pc:spChg chg="add del">
          <ac:chgData name="Cao Khai Minh" userId="ef3305b0cd1446ab" providerId="LiveId" clId="{B44E1700-FE64-43C6-B599-A0143E420E5B}" dt="2025-07-07T13:57:56.971" v="1769" actId="478"/>
          <ac:spMkLst>
            <pc:docMk/>
            <pc:sldMk cId="124265819" sldId="269"/>
            <ac:spMk id="8" creationId="{1F0035C8-414E-2068-BEC7-AC0BD1F08C4F}"/>
          </ac:spMkLst>
        </pc:spChg>
        <pc:spChg chg="add mod">
          <ac:chgData name="Cao Khai Minh" userId="ef3305b0cd1446ab" providerId="LiveId" clId="{B44E1700-FE64-43C6-B599-A0143E420E5B}" dt="2025-07-07T14:31:00.947" v="2209" actId="1076"/>
          <ac:spMkLst>
            <pc:docMk/>
            <pc:sldMk cId="124265819" sldId="269"/>
            <ac:spMk id="11" creationId="{FC5B06AA-08D1-FF97-25DB-1932DE2DA4D6}"/>
          </ac:spMkLst>
        </pc:spChg>
        <pc:spChg chg="del">
          <ac:chgData name="Cao Khai Minh" userId="ef3305b0cd1446ab" providerId="LiveId" clId="{B44E1700-FE64-43C6-B599-A0143E420E5B}" dt="2025-07-07T13:32:13.191" v="1680" actId="478"/>
          <ac:spMkLst>
            <pc:docMk/>
            <pc:sldMk cId="124265819" sldId="269"/>
            <ac:spMk id="51" creationId="{C71F790D-BCCD-AB61-CAF2-9BFBE2083C94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2" creationId="{8AB0D6E8-FABE-5FCD-7E49-FA7E0FCC6E29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3" creationId="{D392CC8C-BE04-2024-4078-9618BD5E711A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4" creationId="{BDE927F7-B141-A80C-A13E-AA91A033BEDB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5" creationId="{400386B0-8CE6-BC01-89C5-F96342748E89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6" creationId="{5351AC66-569D-4EC8-2DF3-40B76B2DC446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7" creationId="{421F154F-1956-9FEE-254A-FCB00D115CB0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8" creationId="{C4C742DE-9B3D-63EF-EE07-C3A246EE7573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59" creationId="{2CCD2C96-4449-7F5C-7A3B-887F4030FD4C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60" creationId="{47C44E12-509F-A6C8-BA90-84836200FE2C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61" creationId="{C160A88F-7BE3-60C2-9C7D-43261FC9FA11}"/>
          </ac:spMkLst>
        </pc:spChg>
        <pc:spChg chg="del">
          <ac:chgData name="Cao Khai Minh" userId="ef3305b0cd1446ab" providerId="LiveId" clId="{B44E1700-FE64-43C6-B599-A0143E420E5B}" dt="2025-07-07T13:32:09.700" v="1678" actId="478"/>
          <ac:spMkLst>
            <pc:docMk/>
            <pc:sldMk cId="124265819" sldId="269"/>
            <ac:spMk id="62" creationId="{C9AE7059-7D16-2937-18F7-A168559D7D85}"/>
          </ac:spMkLst>
        </pc:spChg>
        <pc:spChg chg="del">
          <ac:chgData name="Cao Khai Minh" userId="ef3305b0cd1446ab" providerId="LiveId" clId="{B44E1700-FE64-43C6-B599-A0143E420E5B}" dt="2025-07-07T13:32:10.435" v="1679" actId="478"/>
          <ac:spMkLst>
            <pc:docMk/>
            <pc:sldMk cId="124265819" sldId="269"/>
            <ac:spMk id="63" creationId="{0693743E-292E-0767-4084-346B3026CE58}"/>
          </ac:spMkLst>
        </pc:spChg>
        <pc:grpChg chg="del">
          <ac:chgData name="Cao Khai Minh" userId="ef3305b0cd1446ab" providerId="LiveId" clId="{B44E1700-FE64-43C6-B599-A0143E420E5B}" dt="2025-07-07T13:32:09.700" v="1678" actId="478"/>
          <ac:grpSpMkLst>
            <pc:docMk/>
            <pc:sldMk cId="124265819" sldId="269"/>
            <ac:grpSpMk id="47" creationId="{00000000-0000-0000-0000-000000000000}"/>
          </ac:grpSpMkLst>
        </pc:grpChg>
        <pc:graphicFrameChg chg="add del mod modGraphic">
          <ac:chgData name="Cao Khai Minh" userId="ef3305b0cd1446ab" providerId="LiveId" clId="{B44E1700-FE64-43C6-B599-A0143E420E5B}" dt="2025-07-07T14:11:22.398" v="1895" actId="478"/>
          <ac:graphicFrameMkLst>
            <pc:docMk/>
            <pc:sldMk cId="124265819" sldId="269"/>
            <ac:graphicFrameMk id="9" creationId="{EC1B53F3-60C3-9AEF-1341-2FB62BB07C63}"/>
          </ac:graphicFrameMkLst>
        </pc:graphicFrameChg>
        <pc:graphicFrameChg chg="add mod modGraphic">
          <ac:chgData name="Cao Khai Minh" userId="ef3305b0cd1446ab" providerId="LiveId" clId="{B44E1700-FE64-43C6-B599-A0143E420E5B}" dt="2025-07-07T14:12:10.994" v="1904" actId="1076"/>
          <ac:graphicFrameMkLst>
            <pc:docMk/>
            <pc:sldMk cId="124265819" sldId="269"/>
            <ac:graphicFrameMk id="10" creationId="{3269C6DB-BCAA-88CA-F2F7-3198A5AA0280}"/>
          </ac:graphicFrameMkLst>
        </pc:graphicFrameChg>
        <pc:picChg chg="add del mod">
          <ac:chgData name="Cao Khai Minh" userId="ef3305b0cd1446ab" providerId="LiveId" clId="{B44E1700-FE64-43C6-B599-A0143E420E5B}" dt="2025-07-07T13:57:54.522" v="1768" actId="478"/>
          <ac:picMkLst>
            <pc:docMk/>
            <pc:sldMk cId="124265819" sldId="269"/>
            <ac:picMk id="3" creationId="{6E684B8E-31CE-50FB-AFC4-16FFB1796CE7}"/>
          </ac:picMkLst>
        </pc:picChg>
      </pc:sldChg>
      <pc:sldChg chg="add del">
        <pc:chgData name="Cao Khai Minh" userId="ef3305b0cd1446ab" providerId="LiveId" clId="{B44E1700-FE64-43C6-B599-A0143E420E5B}" dt="2025-07-07T13:32:15.657" v="1682"/>
        <pc:sldMkLst>
          <pc:docMk/>
          <pc:sldMk cId="178117488" sldId="270"/>
        </pc:sldMkLst>
      </pc:sldChg>
      <pc:sldChg chg="delSp modSp add del mod">
        <pc:chgData name="Cao Khai Minh" userId="ef3305b0cd1446ab" providerId="LiveId" clId="{B44E1700-FE64-43C6-B599-A0143E420E5B}" dt="2025-07-07T13:45:07.385" v="1700" actId="47"/>
        <pc:sldMkLst>
          <pc:docMk/>
          <pc:sldMk cId="388041813" sldId="270"/>
        </pc:sldMkLst>
        <pc:spChg chg="del">
          <ac:chgData name="Cao Khai Minh" userId="ef3305b0cd1446ab" providerId="LiveId" clId="{B44E1700-FE64-43C6-B599-A0143E420E5B}" dt="2025-07-07T13:33:01.723" v="1684" actId="478"/>
          <ac:spMkLst>
            <pc:docMk/>
            <pc:sldMk cId="388041813" sldId="270"/>
            <ac:spMk id="51" creationId="{C71F790D-BCCD-AB61-CAF2-9BFBE2083C94}"/>
          </ac:spMkLst>
        </pc:spChg>
        <pc:spChg chg="del">
          <ac:chgData name="Cao Khai Minh" userId="ef3305b0cd1446ab" providerId="LiveId" clId="{B44E1700-FE64-43C6-B599-A0143E420E5B}" dt="2025-07-07T13:33:08.235" v="1690" actId="478"/>
          <ac:spMkLst>
            <pc:docMk/>
            <pc:sldMk cId="388041813" sldId="270"/>
            <ac:spMk id="52" creationId="{8AB0D6E8-FABE-5FCD-7E49-FA7E0FCC6E29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53" creationId="{D392CC8C-BE04-2024-4078-9618BD5E711A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54" creationId="{BDE927F7-B141-A80C-A13E-AA91A033BEDB}"/>
          </ac:spMkLst>
        </pc:spChg>
        <pc:spChg chg="del">
          <ac:chgData name="Cao Khai Minh" userId="ef3305b0cd1446ab" providerId="LiveId" clId="{B44E1700-FE64-43C6-B599-A0143E420E5B}" dt="2025-07-07T13:33:07.099" v="1689" actId="478"/>
          <ac:spMkLst>
            <pc:docMk/>
            <pc:sldMk cId="388041813" sldId="270"/>
            <ac:spMk id="55" creationId="{400386B0-8CE6-BC01-89C5-F96342748E89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56" creationId="{5351AC66-569D-4EC8-2DF3-40B76B2DC446}"/>
          </ac:spMkLst>
        </pc:spChg>
        <pc:spChg chg="del">
          <ac:chgData name="Cao Khai Minh" userId="ef3305b0cd1446ab" providerId="LiveId" clId="{B44E1700-FE64-43C6-B599-A0143E420E5B}" dt="2025-07-07T13:33:08.235" v="1690" actId="478"/>
          <ac:spMkLst>
            <pc:docMk/>
            <pc:sldMk cId="388041813" sldId="270"/>
            <ac:spMk id="57" creationId="{421F154F-1956-9FEE-254A-FCB00D115CB0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58" creationId="{C4C742DE-9B3D-63EF-EE07-C3A246EE7573}"/>
          </ac:spMkLst>
        </pc:spChg>
        <pc:spChg chg="del">
          <ac:chgData name="Cao Khai Minh" userId="ef3305b0cd1446ab" providerId="LiveId" clId="{B44E1700-FE64-43C6-B599-A0143E420E5B}" dt="2025-07-07T13:33:09.771" v="1691" actId="478"/>
          <ac:spMkLst>
            <pc:docMk/>
            <pc:sldMk cId="388041813" sldId="270"/>
            <ac:spMk id="59" creationId="{2CCD2C96-4449-7F5C-7A3B-887F4030FD4C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60" creationId="{47C44E12-509F-A6C8-BA90-84836200FE2C}"/>
          </ac:spMkLst>
        </pc:spChg>
        <pc:spChg chg="del mod">
          <ac:chgData name="Cao Khai Minh" userId="ef3305b0cd1446ab" providerId="LiveId" clId="{B44E1700-FE64-43C6-B599-A0143E420E5B}" dt="2025-07-07T13:33:06.163" v="1688" actId="478"/>
          <ac:spMkLst>
            <pc:docMk/>
            <pc:sldMk cId="388041813" sldId="270"/>
            <ac:spMk id="61" creationId="{C160A88F-7BE3-60C2-9C7D-43261FC9FA11}"/>
          </ac:spMkLst>
        </pc:spChg>
        <pc:spChg chg="del">
          <ac:chgData name="Cao Khai Minh" userId="ef3305b0cd1446ab" providerId="LiveId" clId="{B44E1700-FE64-43C6-B599-A0143E420E5B}" dt="2025-07-07T13:33:04.235" v="1685" actId="478"/>
          <ac:spMkLst>
            <pc:docMk/>
            <pc:sldMk cId="388041813" sldId="270"/>
            <ac:spMk id="62" creationId="{C9AE7059-7D16-2937-18F7-A168559D7D85}"/>
          </ac:spMkLst>
        </pc:spChg>
        <pc:spChg chg="del">
          <ac:chgData name="Cao Khai Minh" userId="ef3305b0cd1446ab" providerId="LiveId" clId="{B44E1700-FE64-43C6-B599-A0143E420E5B}" dt="2025-07-07T13:33:04.891" v="1686" actId="478"/>
          <ac:spMkLst>
            <pc:docMk/>
            <pc:sldMk cId="388041813" sldId="270"/>
            <ac:spMk id="63" creationId="{0693743E-292E-0767-4084-346B3026CE58}"/>
          </ac:spMkLst>
        </pc:spChg>
        <pc:grpChg chg="del">
          <ac:chgData name="Cao Khai Minh" userId="ef3305b0cd1446ab" providerId="LiveId" clId="{B44E1700-FE64-43C6-B599-A0143E420E5B}" dt="2025-07-07T13:33:04.235" v="1685" actId="478"/>
          <ac:grpSpMkLst>
            <pc:docMk/>
            <pc:sldMk cId="388041813" sldId="270"/>
            <ac:grpSpMk id="47" creationId="{00000000-0000-0000-0000-000000000000}"/>
          </ac:grpSpMkLst>
        </pc:grpChg>
      </pc:sldChg>
      <pc:sldChg chg="addSp delSp modSp add mod">
        <pc:chgData name="Cao Khai Minh" userId="ef3305b0cd1446ab" providerId="LiveId" clId="{B44E1700-FE64-43C6-B599-A0143E420E5B}" dt="2025-07-07T15:15:07.530" v="2546" actId="20577"/>
        <pc:sldMkLst>
          <pc:docMk/>
          <pc:sldMk cId="825749586" sldId="270"/>
        </pc:sldMkLst>
        <pc:spChg chg="mod">
          <ac:chgData name="Cao Khai Minh" userId="ef3305b0cd1446ab" providerId="LiveId" clId="{B44E1700-FE64-43C6-B599-A0143E420E5B}" dt="2025-07-07T14:29:08.162" v="2183" actId="20577"/>
          <ac:spMkLst>
            <pc:docMk/>
            <pc:sldMk cId="825749586" sldId="270"/>
            <ac:spMk id="2" creationId="{2D269E83-36CF-1BCA-30CE-A366FC15C3FF}"/>
          </ac:spMkLst>
        </pc:spChg>
        <pc:spChg chg="mod">
          <ac:chgData name="Cao Khai Minh" userId="ef3305b0cd1446ab" providerId="LiveId" clId="{B44E1700-FE64-43C6-B599-A0143E420E5B}" dt="2025-07-07T15:15:07.530" v="2546" actId="20577"/>
          <ac:spMkLst>
            <pc:docMk/>
            <pc:sldMk cId="825749586" sldId="270"/>
            <ac:spMk id="22" creationId="{98646897-BE2B-302C-2F0F-C72A27D1F59B}"/>
          </ac:spMkLst>
        </pc:spChg>
        <pc:picChg chg="del">
          <ac:chgData name="Cao Khai Minh" userId="ef3305b0cd1446ab" providerId="LiveId" clId="{B44E1700-FE64-43C6-B599-A0143E420E5B}" dt="2025-07-07T14:35:25.062" v="2238" actId="478"/>
          <ac:picMkLst>
            <pc:docMk/>
            <pc:sldMk cId="825749586" sldId="270"/>
            <ac:picMk id="3" creationId="{404888B5-73C1-FA54-6E2A-F8B6CAF15F52}"/>
          </ac:picMkLst>
        </pc:picChg>
        <pc:picChg chg="add mod">
          <ac:chgData name="Cao Khai Minh" userId="ef3305b0cd1446ab" providerId="LiveId" clId="{B44E1700-FE64-43C6-B599-A0143E420E5B}" dt="2025-07-07T14:38:10.185" v="2267" actId="1076"/>
          <ac:picMkLst>
            <pc:docMk/>
            <pc:sldMk cId="825749586" sldId="270"/>
            <ac:picMk id="5" creationId="{34121C59-657D-EC97-B35B-CA6F837E73A5}"/>
          </ac:picMkLst>
        </pc:picChg>
      </pc:sldChg>
      <pc:sldChg chg="add del">
        <pc:chgData name="Cao Khai Minh" userId="ef3305b0cd1446ab" providerId="LiveId" clId="{B44E1700-FE64-43C6-B599-A0143E420E5B}" dt="2025-07-07T14:29:13.884" v="2185"/>
        <pc:sldMkLst>
          <pc:docMk/>
          <pc:sldMk cId="1520849651" sldId="271"/>
        </pc:sldMkLst>
      </pc:sldChg>
      <pc:sldChg chg="addSp delSp modSp add mod">
        <pc:chgData name="Cao Khai Minh" userId="ef3305b0cd1446ab" providerId="LiveId" clId="{B44E1700-FE64-43C6-B599-A0143E420E5B}" dt="2025-07-07T14:38:20.322" v="2271" actId="1076"/>
        <pc:sldMkLst>
          <pc:docMk/>
          <pc:sldMk cId="1910343180" sldId="271"/>
        </pc:sldMkLst>
        <pc:spChg chg="mod">
          <ac:chgData name="Cao Khai Minh" userId="ef3305b0cd1446ab" providerId="LiveId" clId="{B44E1700-FE64-43C6-B599-A0143E420E5B}" dt="2025-07-07T14:38:20.322" v="2271" actId="1076"/>
          <ac:spMkLst>
            <pc:docMk/>
            <pc:sldMk cId="1910343180" sldId="271"/>
            <ac:spMk id="2" creationId="{2D269E83-36CF-1BCA-30CE-A366FC15C3FF}"/>
          </ac:spMkLst>
        </pc:spChg>
        <pc:spChg chg="mod">
          <ac:chgData name="Cao Khai Minh" userId="ef3305b0cd1446ab" providerId="LiveId" clId="{B44E1700-FE64-43C6-B599-A0143E420E5B}" dt="2025-07-07T14:38:18.188" v="2270" actId="1076"/>
          <ac:spMkLst>
            <pc:docMk/>
            <pc:sldMk cId="1910343180" sldId="271"/>
            <ac:spMk id="13" creationId="{00000000-0000-0000-0000-000000000000}"/>
          </ac:spMkLst>
        </pc:spChg>
        <pc:spChg chg="mod">
          <ac:chgData name="Cao Khai Minh" userId="ef3305b0cd1446ab" providerId="LiveId" clId="{B44E1700-FE64-43C6-B599-A0143E420E5B}" dt="2025-07-07T14:37:21.237" v="2258" actId="20577"/>
          <ac:spMkLst>
            <pc:docMk/>
            <pc:sldMk cId="1910343180" sldId="271"/>
            <ac:spMk id="22" creationId="{98646897-BE2B-302C-2F0F-C72A27D1F59B}"/>
          </ac:spMkLst>
        </pc:spChg>
        <pc:picChg chg="add mod">
          <ac:chgData name="Cao Khai Minh" userId="ef3305b0cd1446ab" providerId="LiveId" clId="{B44E1700-FE64-43C6-B599-A0143E420E5B}" dt="2025-07-07T14:38:13.913" v="2268" actId="1076"/>
          <ac:picMkLst>
            <pc:docMk/>
            <pc:sldMk cId="1910343180" sldId="271"/>
            <ac:picMk id="4" creationId="{3CEB1B8A-D07F-636C-0538-712548222A92}"/>
          </ac:picMkLst>
        </pc:picChg>
        <pc:picChg chg="del">
          <ac:chgData name="Cao Khai Minh" userId="ef3305b0cd1446ab" providerId="LiveId" clId="{B44E1700-FE64-43C6-B599-A0143E420E5B}" dt="2025-07-07T14:37:28.870" v="2259" actId="478"/>
          <ac:picMkLst>
            <pc:docMk/>
            <pc:sldMk cId="1910343180" sldId="271"/>
            <ac:picMk id="5" creationId="{34121C59-657D-EC97-B35B-CA6F837E73A5}"/>
          </ac:picMkLst>
        </pc:picChg>
      </pc:sldChg>
      <pc:sldChg chg="add del">
        <pc:chgData name="Cao Khai Minh" userId="ef3305b0cd1446ab" providerId="LiveId" clId="{B44E1700-FE64-43C6-B599-A0143E420E5B}" dt="2025-07-07T14:36:41.015" v="2256"/>
        <pc:sldMkLst>
          <pc:docMk/>
          <pc:sldMk cId="13364682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3991-FA81-4DEE-8A26-15A5B24DAF52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EF31C4-B4B8-4672-9EFE-9C0EF41BB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F31C4-B4B8-4672-9EFE-9C0EF41BBB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32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EF31C4-B4B8-4672-9EFE-9C0EF41BBBE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28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C7C9E-BBED-42D3-8717-04BF862BED49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A83E7-0592-4F90-AA24-88462B20565D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D47B6-D80A-406F-9A03-998F5DF9DF94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67A1C-27BD-4179-A3F0-2943751B6976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DF903-A9D6-481D-880D-69BF73369003}" type="datetime1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5284-9F11-4DE6-BA5B-082808C4A501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54C4-125A-4645-AD1A-07FB4F9950AC}" type="datetime1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4528A-DC58-4E9B-AB8F-6A4D21EEBD11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83374-A613-4081-B9E6-C5E5074DC7F3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74A47-A99E-48C8-85F9-119CEA8DEDE5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DFF3E-0520-4C42-BFBF-06F2CEA603FE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3FE4-70D2-48BC-823F-8C7039D20D94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svg"/><Relationship Id="rId7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svg"/><Relationship Id="rId7" Type="http://schemas.openxmlformats.org/officeDocument/2006/relationships/image" Target="../media/image7.svg"/><Relationship Id="rId12" Type="http://schemas.openxmlformats.org/officeDocument/2006/relationships/image" Target="../media/image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8.png"/><Relationship Id="rId5" Type="http://schemas.openxmlformats.org/officeDocument/2006/relationships/image" Target="../media/image13.sv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7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9.svg"/><Relationship Id="rId10" Type="http://schemas.openxmlformats.org/officeDocument/2006/relationships/image" Target="../media/image24.png"/><Relationship Id="rId4" Type="http://schemas.openxmlformats.org/officeDocument/2006/relationships/image" Target="../media/image8.pn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5.svg"/><Relationship Id="rId21" Type="http://schemas.openxmlformats.org/officeDocument/2006/relationships/image" Target="../media/image44.svg"/><Relationship Id="rId7" Type="http://schemas.openxmlformats.org/officeDocument/2006/relationships/image" Target="../media/image7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5" Type="http://schemas.openxmlformats.org/officeDocument/2006/relationships/image" Target="../media/image48.svg"/><Relationship Id="rId2" Type="http://schemas.openxmlformats.org/officeDocument/2006/relationships/image" Target="../media/image4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34.svg"/><Relationship Id="rId24" Type="http://schemas.openxmlformats.org/officeDocument/2006/relationships/image" Target="../media/image47.png"/><Relationship Id="rId5" Type="http://schemas.openxmlformats.org/officeDocument/2006/relationships/image" Target="../media/image30.svg"/><Relationship Id="rId15" Type="http://schemas.openxmlformats.org/officeDocument/2006/relationships/image" Target="../media/image38.svg"/><Relationship Id="rId23" Type="http://schemas.openxmlformats.org/officeDocument/2006/relationships/image" Target="../media/image46.sv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9.png"/><Relationship Id="rId9" Type="http://schemas.openxmlformats.org/officeDocument/2006/relationships/image" Target="../media/image32.sv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6.svg"/><Relationship Id="rId7" Type="http://schemas.openxmlformats.org/officeDocument/2006/relationships/image" Target="../media/image28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5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9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5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5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7.svg"/><Relationship Id="rId7" Type="http://schemas.openxmlformats.org/officeDocument/2006/relationships/image" Target="../media/image7.svg"/><Relationship Id="rId12" Type="http://schemas.openxmlformats.org/officeDocument/2006/relationships/image" Target="../media/image72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71.png"/><Relationship Id="rId5" Type="http://schemas.openxmlformats.org/officeDocument/2006/relationships/image" Target="../media/image58.svg"/><Relationship Id="rId10" Type="http://schemas.openxmlformats.org/officeDocument/2006/relationships/image" Target="../media/image70.png"/><Relationship Id="rId4" Type="http://schemas.openxmlformats.org/officeDocument/2006/relationships/image" Target="../media/image57.png"/><Relationship Id="rId9" Type="http://schemas.openxmlformats.org/officeDocument/2006/relationships/image" Target="../media/image6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sv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298429" y="-164398"/>
            <a:ext cx="10584767" cy="359389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736"/>
              </a:lnSpc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1261753" y="8951502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906136-068E-7FD6-2243-05B621BF7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55" y="424159"/>
            <a:ext cx="1450565" cy="1278275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5FE81-8051-2A2F-F762-35DD633178D7}"/>
              </a:ext>
            </a:extLst>
          </p:cNvPr>
          <p:cNvSpPr txBox="1"/>
          <p:nvPr/>
        </p:nvSpPr>
        <p:spPr>
          <a:xfrm>
            <a:off x="3244437" y="463131"/>
            <a:ext cx="6700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TRƯỜNG KỸ THUẬT &amp; CÔNG NGHỆ</a:t>
            </a:r>
          </a:p>
          <a:p>
            <a:r>
              <a:rPr lang="en-US" sz="36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KHOA CÔNG NGHỆ THÔNG TIN</a:t>
            </a:r>
            <a:endParaRPr lang="en-US" sz="36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C196A-DDE3-8ED9-2162-E03F05680A0C}"/>
              </a:ext>
            </a:extLst>
          </p:cNvPr>
          <p:cNvSpPr txBox="1"/>
          <p:nvPr/>
        </p:nvSpPr>
        <p:spPr>
          <a:xfrm>
            <a:off x="12919047" y="432221"/>
            <a:ext cx="4871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KHOÁ LUẬN TỐT NGHIỆP </a:t>
            </a:r>
          </a:p>
          <a:p>
            <a:pPr algn="r"/>
            <a:r>
              <a:rPr lang="en-US" sz="36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KHOÁ 2021</a:t>
            </a:r>
            <a:endParaRPr lang="en-US" sz="36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699DD-9135-8F10-D31A-3D37C846CBEC}"/>
              </a:ext>
            </a:extLst>
          </p:cNvPr>
          <p:cNvSpPr txBox="1"/>
          <p:nvPr/>
        </p:nvSpPr>
        <p:spPr>
          <a:xfrm>
            <a:off x="1896571" y="3553403"/>
            <a:ext cx="15392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vi-VN" sz="6000" b="1" ker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XÂY DỰNG SÀN THƯƠNG MẠI ĐIỆN TỬ LĨNH VỰC NÔNG SẢN Ở TRÀ VINH</a:t>
            </a:r>
            <a:endParaRPr lang="vi-VN" altLang="vi-VN" sz="6000" b="1" kern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6D9AC-678C-5BBF-24B0-D42CE6105B7B}"/>
              </a:ext>
            </a:extLst>
          </p:cNvPr>
          <p:cNvSpPr txBox="1"/>
          <p:nvPr/>
        </p:nvSpPr>
        <p:spPr>
          <a:xfrm>
            <a:off x="12192000" y="6601348"/>
            <a:ext cx="373380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3200">
                <a:solidFill>
                  <a:schemeClr val="tx1">
                    <a:lumMod val="85000"/>
                    <a:lumOff val="1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SVTH: Cao Khải Minh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3200">
                <a:solidFill>
                  <a:schemeClr val="tx1">
                    <a:lumMod val="85000"/>
                    <a:lumOff val="1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MSSV: 110121145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vi-VN" sz="3200">
                <a:solidFill>
                  <a:schemeClr val="tx1">
                    <a:lumMod val="85000"/>
                    <a:lumOff val="1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Lớp : DA21TTC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A686E5-9DF8-E118-EED3-C3AB59720911}"/>
              </a:ext>
            </a:extLst>
          </p:cNvPr>
          <p:cNvSpPr txBox="1"/>
          <p:nvPr/>
        </p:nvSpPr>
        <p:spPr>
          <a:xfrm>
            <a:off x="1872837" y="6601348"/>
            <a:ext cx="94438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kern="1200">
                <a:solidFill>
                  <a:srgbClr val="262626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GVHD: ThS. Lê Minh Tự</a:t>
            </a:r>
            <a:endParaRPr lang="en-US" sz="3200">
              <a:effectLst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200" kern="1200">
                <a:solidFill>
                  <a:srgbClr val="262626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endParaRPr lang="en-US" sz="3200">
              <a:effectLst/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46742" y="8157802"/>
            <a:ext cx="23581484" cy="6021590"/>
            <a:chOff x="0" y="0"/>
            <a:chExt cx="31441979" cy="8028787"/>
          </a:xfrm>
        </p:grpSpPr>
        <p:sp>
          <p:nvSpPr>
            <p:cNvPr id="3" name="Freeform 3"/>
            <p:cNvSpPr/>
            <p:nvPr/>
          </p:nvSpPr>
          <p:spPr>
            <a:xfrm rot="2700000">
              <a:off x="264491" y="2087086"/>
              <a:ext cx="7499804" cy="3854614"/>
            </a:xfrm>
            <a:custGeom>
              <a:avLst/>
              <a:gdLst/>
              <a:ahLst/>
              <a:cxnLst/>
              <a:rect l="l" t="t" r="r" b="b"/>
              <a:pathLst>
                <a:path w="7499804" h="3854614">
                  <a:moveTo>
                    <a:pt x="0" y="0"/>
                  </a:moveTo>
                  <a:lnTo>
                    <a:pt x="7499805" y="0"/>
                  </a:lnTo>
                  <a:lnTo>
                    <a:pt x="7499805" y="3854614"/>
                  </a:lnTo>
                  <a:lnTo>
                    <a:pt x="0" y="3854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42333" r="-26127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2700000">
              <a:off x="23677684" y="2087086"/>
              <a:ext cx="7499804" cy="3854614"/>
            </a:xfrm>
            <a:custGeom>
              <a:avLst/>
              <a:gdLst/>
              <a:ahLst/>
              <a:cxnLst/>
              <a:rect l="l" t="t" r="r" b="b"/>
              <a:pathLst>
                <a:path w="7499804" h="3854614">
                  <a:moveTo>
                    <a:pt x="0" y="0"/>
                  </a:moveTo>
                  <a:lnTo>
                    <a:pt x="7499804" y="0"/>
                  </a:lnTo>
                  <a:lnTo>
                    <a:pt x="7499804" y="3854614"/>
                  </a:lnTo>
                  <a:lnTo>
                    <a:pt x="0" y="3854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42333" r="-26127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17259300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628594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28" name="Freeform 28"/>
          <p:cNvSpPr/>
          <p:nvPr/>
        </p:nvSpPr>
        <p:spPr>
          <a:xfrm flipH="1">
            <a:off x="-301199" y="2129198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903568" y="0"/>
                </a:moveTo>
                <a:lnTo>
                  <a:pt x="0" y="0"/>
                </a:lnTo>
                <a:lnTo>
                  <a:pt x="0" y="3089119"/>
                </a:lnTo>
                <a:lnTo>
                  <a:pt x="903568" y="3089119"/>
                </a:lnTo>
                <a:lnTo>
                  <a:pt x="9035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7685631" y="2344860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0" y="0"/>
                </a:moveTo>
                <a:lnTo>
                  <a:pt x="903568" y="0"/>
                </a:lnTo>
                <a:lnTo>
                  <a:pt x="903568" y="3089119"/>
                </a:lnTo>
                <a:lnTo>
                  <a:pt x="0" y="30891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6">
            <a:extLst>
              <a:ext uri="{FF2B5EF4-FFF2-40B4-BE49-F238E27FC236}">
                <a16:creationId xmlns:a16="http://schemas.microsoft.com/office/drawing/2014/main" id="{7DBB6877-DC63-48D6-CB91-16D2CBD1115D}"/>
              </a:ext>
            </a:extLst>
          </p:cNvPr>
          <p:cNvSpPr txBox="1"/>
          <p:nvPr/>
        </p:nvSpPr>
        <p:spPr>
          <a:xfrm>
            <a:off x="1600200" y="559819"/>
            <a:ext cx="7026393" cy="1250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6600" b="1" spc="44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Tóm tắt nội dung</a:t>
            </a:r>
          </a:p>
        </p:txBody>
      </p:sp>
      <p:sp>
        <p:nvSpPr>
          <p:cNvPr id="47" name="TextBox 7">
            <a:extLst>
              <a:ext uri="{FF2B5EF4-FFF2-40B4-BE49-F238E27FC236}">
                <a16:creationId xmlns:a16="http://schemas.microsoft.com/office/drawing/2014/main" id="{CDA990A8-E826-B696-A191-0B8A86D2A815}"/>
              </a:ext>
            </a:extLst>
          </p:cNvPr>
          <p:cNvSpPr txBox="1"/>
          <p:nvPr/>
        </p:nvSpPr>
        <p:spPr>
          <a:xfrm>
            <a:off x="4128579" y="3044044"/>
            <a:ext cx="3929357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Giới thiệu đề tài</a:t>
            </a:r>
          </a:p>
        </p:txBody>
      </p:sp>
      <p:sp>
        <p:nvSpPr>
          <p:cNvPr id="48" name="TextBox 8">
            <a:extLst>
              <a:ext uri="{FF2B5EF4-FFF2-40B4-BE49-F238E27FC236}">
                <a16:creationId xmlns:a16="http://schemas.microsoft.com/office/drawing/2014/main" id="{409AD436-79B8-49C2-480C-99AC4D517DA3}"/>
              </a:ext>
            </a:extLst>
          </p:cNvPr>
          <p:cNvSpPr txBox="1"/>
          <p:nvPr/>
        </p:nvSpPr>
        <p:spPr>
          <a:xfrm>
            <a:off x="4128579" y="4991100"/>
            <a:ext cx="4682061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Công nghệ sử dụng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F11D8E91-6FD5-0C6F-ACC6-BC46FD858546}"/>
              </a:ext>
            </a:extLst>
          </p:cNvPr>
          <p:cNvSpPr txBox="1"/>
          <p:nvPr/>
        </p:nvSpPr>
        <p:spPr>
          <a:xfrm>
            <a:off x="4128579" y="6827515"/>
            <a:ext cx="5015421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Quá trình phát triển</a:t>
            </a:r>
          </a:p>
        </p:txBody>
      </p:sp>
      <p:sp>
        <p:nvSpPr>
          <p:cNvPr id="50" name="TextBox 10">
            <a:extLst>
              <a:ext uri="{FF2B5EF4-FFF2-40B4-BE49-F238E27FC236}">
                <a16:creationId xmlns:a16="http://schemas.microsoft.com/office/drawing/2014/main" id="{CF7E48E0-5662-FA46-3E3E-CEF22064E14F}"/>
              </a:ext>
            </a:extLst>
          </p:cNvPr>
          <p:cNvSpPr txBox="1"/>
          <p:nvPr/>
        </p:nvSpPr>
        <p:spPr>
          <a:xfrm>
            <a:off x="11838588" y="3171488"/>
            <a:ext cx="510652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Các chức năng chính</a:t>
            </a:r>
          </a:p>
        </p:txBody>
      </p:sp>
      <p:sp>
        <p:nvSpPr>
          <p:cNvPr id="51" name="TextBox 11">
            <a:extLst>
              <a:ext uri="{FF2B5EF4-FFF2-40B4-BE49-F238E27FC236}">
                <a16:creationId xmlns:a16="http://schemas.microsoft.com/office/drawing/2014/main" id="{CCA7AC5A-BAC4-9971-69FB-AB53FD8555AB}"/>
              </a:ext>
            </a:extLst>
          </p:cNvPr>
          <p:cNvSpPr txBox="1"/>
          <p:nvPr/>
        </p:nvSpPr>
        <p:spPr>
          <a:xfrm>
            <a:off x="11886080" y="4805200"/>
            <a:ext cx="4530008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Kết quả đạt được </a:t>
            </a:r>
          </a:p>
          <a:p>
            <a:pPr algn="l"/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&amp; hướng phát triển</a:t>
            </a:r>
          </a:p>
        </p:txBody>
      </p:sp>
      <p:sp>
        <p:nvSpPr>
          <p:cNvPr id="52" name="TextBox 12">
            <a:extLst>
              <a:ext uri="{FF2B5EF4-FFF2-40B4-BE49-F238E27FC236}">
                <a16:creationId xmlns:a16="http://schemas.microsoft.com/office/drawing/2014/main" id="{12771D50-8958-C160-D679-CE8D92A824FD}"/>
              </a:ext>
            </a:extLst>
          </p:cNvPr>
          <p:cNvSpPr txBox="1"/>
          <p:nvPr/>
        </p:nvSpPr>
        <p:spPr>
          <a:xfrm>
            <a:off x="11886080" y="6827515"/>
            <a:ext cx="3929357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4400">
                <a:solidFill>
                  <a:srgbClr val="06353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Demo</a:t>
            </a:r>
          </a:p>
        </p:txBody>
      </p:sp>
      <p:sp>
        <p:nvSpPr>
          <p:cNvPr id="53" name="TextBox 13">
            <a:extLst>
              <a:ext uri="{FF2B5EF4-FFF2-40B4-BE49-F238E27FC236}">
                <a16:creationId xmlns:a16="http://schemas.microsoft.com/office/drawing/2014/main" id="{2BB6EA7B-A8A0-8E5E-10F5-5BE9A99C8111}"/>
              </a:ext>
            </a:extLst>
          </p:cNvPr>
          <p:cNvSpPr txBox="1"/>
          <p:nvPr/>
        </p:nvSpPr>
        <p:spPr>
          <a:xfrm>
            <a:off x="2472563" y="2616107"/>
            <a:ext cx="1333041" cy="1431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4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01</a:t>
            </a: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95C2CDE0-2274-5A23-7ABA-F5FA257AC3AF}"/>
              </a:ext>
            </a:extLst>
          </p:cNvPr>
          <p:cNvSpPr txBox="1"/>
          <p:nvPr/>
        </p:nvSpPr>
        <p:spPr>
          <a:xfrm>
            <a:off x="2472563" y="4568975"/>
            <a:ext cx="1333041" cy="137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1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02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181073E8-415D-4309-3A8B-150DF0DAE15A}"/>
              </a:ext>
            </a:extLst>
          </p:cNvPr>
          <p:cNvSpPr txBox="1"/>
          <p:nvPr/>
        </p:nvSpPr>
        <p:spPr>
          <a:xfrm>
            <a:off x="2516419" y="6356280"/>
            <a:ext cx="1245330" cy="137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1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03</a:t>
            </a: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332533AC-AC97-0BC8-2124-8614C66D2E80}"/>
              </a:ext>
            </a:extLst>
          </p:cNvPr>
          <p:cNvSpPr txBox="1"/>
          <p:nvPr/>
        </p:nvSpPr>
        <p:spPr>
          <a:xfrm>
            <a:off x="10080183" y="2685137"/>
            <a:ext cx="1333041" cy="137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1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04</a:t>
            </a: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E0D008DF-61EC-4E8F-5C8B-D9531D3C957B}"/>
              </a:ext>
            </a:extLst>
          </p:cNvPr>
          <p:cNvSpPr txBox="1"/>
          <p:nvPr/>
        </p:nvSpPr>
        <p:spPr>
          <a:xfrm>
            <a:off x="10080183" y="4598109"/>
            <a:ext cx="1333041" cy="137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1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05</a:t>
            </a: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D272598F-01FD-BF40-714F-D931CA93ACF8}"/>
              </a:ext>
            </a:extLst>
          </p:cNvPr>
          <p:cNvSpPr txBox="1"/>
          <p:nvPr/>
        </p:nvSpPr>
        <p:spPr>
          <a:xfrm>
            <a:off x="10183609" y="6364096"/>
            <a:ext cx="1126188" cy="1370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1"/>
              </a:lnSpc>
            </a:pPr>
            <a:r>
              <a:rPr lang="en-US" sz="7929">
                <a:solidFill>
                  <a:srgbClr val="00B050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06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744BDC4-D619-FF8C-499C-351410C1A3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5695" y="486844"/>
            <a:ext cx="2096882" cy="184782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2AAB78-A3CB-EBFD-F6EB-3CB1573D17A7}"/>
              </a:ext>
            </a:extLst>
          </p:cNvPr>
          <p:cNvSpPr txBox="1"/>
          <p:nvPr/>
        </p:nvSpPr>
        <p:spPr>
          <a:xfrm>
            <a:off x="16500744" y="8772634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 rot="-2979896">
            <a:off x="16450635" y="-1076749"/>
            <a:ext cx="1947541" cy="4210899"/>
          </a:xfrm>
          <a:custGeom>
            <a:avLst/>
            <a:gdLst/>
            <a:ahLst/>
            <a:cxnLst/>
            <a:rect l="l" t="t" r="r" b="b"/>
            <a:pathLst>
              <a:path w="1947541" h="4210899">
                <a:moveTo>
                  <a:pt x="0" y="0"/>
                </a:moveTo>
                <a:lnTo>
                  <a:pt x="1947540" y="0"/>
                </a:lnTo>
                <a:lnTo>
                  <a:pt x="1947540" y="4210898"/>
                </a:lnTo>
                <a:lnTo>
                  <a:pt x="0" y="4210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442795" y="8470535"/>
            <a:ext cx="4600284" cy="4111504"/>
          </a:xfrm>
          <a:custGeom>
            <a:avLst/>
            <a:gdLst/>
            <a:ahLst/>
            <a:cxnLst/>
            <a:rect l="l" t="t" r="r" b="b"/>
            <a:pathLst>
              <a:path w="4600284" h="4111504">
                <a:moveTo>
                  <a:pt x="0" y="0"/>
                </a:moveTo>
                <a:lnTo>
                  <a:pt x="4600284" y="0"/>
                </a:lnTo>
                <a:lnTo>
                  <a:pt x="4600284" y="4111503"/>
                </a:lnTo>
                <a:lnTo>
                  <a:pt x="0" y="4111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8700" y="8951502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13BE4F-DF9B-FA82-E8AB-9801CCD21E57}"/>
              </a:ext>
            </a:extLst>
          </p:cNvPr>
          <p:cNvSpPr txBox="1"/>
          <p:nvPr/>
        </p:nvSpPr>
        <p:spPr>
          <a:xfrm>
            <a:off x="685800" y="4556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1. GIỚI THIỆU ĐỀ TÀI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EB3838-C164-C290-1382-1F082CBAEB73}"/>
              </a:ext>
            </a:extLst>
          </p:cNvPr>
          <p:cNvSpPr txBox="1"/>
          <p:nvPr/>
        </p:nvSpPr>
        <p:spPr>
          <a:xfrm>
            <a:off x="2685994" y="7088914"/>
            <a:ext cx="1490398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Cần thiết xây dựng nền tảng TMĐT thân thiện, hỗ trợ nông dân Trà Vinh tiếp cận thị trường hiện đại.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A880A-ED3D-3D84-4DDD-2C47E8F46EC0}"/>
              </a:ext>
            </a:extLst>
          </p:cNvPr>
          <p:cNvSpPr txBox="1"/>
          <p:nvPr/>
        </p:nvSpPr>
        <p:spPr>
          <a:xfrm>
            <a:off x="16932549" y="8913402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2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E6F2C2-1DED-0ABA-E6DE-5CABD1D65A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28699" y="1490365"/>
            <a:ext cx="16725900" cy="4606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Lý do chọn đề tài:</a:t>
            </a:r>
          </a:p>
          <a:p>
            <a:pPr lvl="1">
              <a:lnSpc>
                <a:spcPct val="150000"/>
              </a:lnSpc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Nông dân gặp khó khăn trong việc tiêu thụ nông sản, phụ thuộc vào thương lái.</a:t>
            </a:r>
          </a:p>
          <a:p>
            <a:pPr lvl="1">
              <a:lnSpc>
                <a:spcPct val="150000"/>
              </a:lnSpc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Thiếu nền tảng bán hàng trực tuyến, chưa tận dụng công nghệ để tiếp cận khách hàng.</a:t>
            </a:r>
          </a:p>
          <a:p>
            <a:pPr lvl="1">
              <a:lnSpc>
                <a:spcPct val="150000"/>
              </a:lnSpc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Khó quảng bá, mở rộng thị trường, thu nhập chưa ổn định.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DA3FD932-233D-70EC-9CB5-3939800B56AA}"/>
              </a:ext>
            </a:extLst>
          </p:cNvPr>
          <p:cNvSpPr/>
          <p:nvPr/>
        </p:nvSpPr>
        <p:spPr>
          <a:xfrm rot="5400000">
            <a:off x="876299" y="2777132"/>
            <a:ext cx="365760" cy="365760"/>
          </a:xfrm>
          <a:prstGeom prst="triangle">
            <a:avLst>
              <a:gd name="adj" fmla="val 45947"/>
            </a:avLst>
          </a:prstGeom>
          <a:solidFill>
            <a:srgbClr val="16796F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ED5AC5EB-F5D6-7344-2413-36895D5FBB5D}"/>
              </a:ext>
            </a:extLst>
          </p:cNvPr>
          <p:cNvSpPr/>
          <p:nvPr/>
        </p:nvSpPr>
        <p:spPr>
          <a:xfrm rot="5400000">
            <a:off x="876299" y="3726258"/>
            <a:ext cx="365760" cy="365760"/>
          </a:xfrm>
          <a:prstGeom prst="triangle">
            <a:avLst>
              <a:gd name="adj" fmla="val 45947"/>
            </a:avLst>
          </a:prstGeom>
          <a:solidFill>
            <a:srgbClr val="16796F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2991CB-2962-764C-2C02-CBF545FDB0C6}"/>
              </a:ext>
            </a:extLst>
          </p:cNvPr>
          <p:cNvSpPr/>
          <p:nvPr/>
        </p:nvSpPr>
        <p:spPr>
          <a:xfrm rot="5400000">
            <a:off x="876299" y="5516672"/>
            <a:ext cx="365760" cy="365760"/>
          </a:xfrm>
          <a:prstGeom prst="triangle">
            <a:avLst>
              <a:gd name="adj" fmla="val 45947"/>
            </a:avLst>
          </a:prstGeom>
          <a:solidFill>
            <a:srgbClr val="16796F"/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7C544B4E-84D5-E491-C25C-17DD21A4593A}"/>
              </a:ext>
            </a:extLst>
          </p:cNvPr>
          <p:cNvSpPr/>
          <p:nvPr/>
        </p:nvSpPr>
        <p:spPr>
          <a:xfrm>
            <a:off x="899160" y="7028578"/>
            <a:ext cx="1648784" cy="1005758"/>
          </a:xfrm>
          <a:custGeom>
            <a:avLst/>
            <a:gdLst/>
            <a:ahLst/>
            <a:cxnLst/>
            <a:rect l="l" t="t" r="r" b="b"/>
            <a:pathLst>
              <a:path w="1648784" h="1005758">
                <a:moveTo>
                  <a:pt x="0" y="0"/>
                </a:moveTo>
                <a:lnTo>
                  <a:pt x="1648783" y="0"/>
                </a:lnTo>
                <a:lnTo>
                  <a:pt x="1648783" y="1005758"/>
                </a:lnTo>
                <a:lnTo>
                  <a:pt x="0" y="10057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 rot="-2979896">
            <a:off x="16450635" y="-1076749"/>
            <a:ext cx="1947541" cy="4210899"/>
          </a:xfrm>
          <a:custGeom>
            <a:avLst/>
            <a:gdLst/>
            <a:ahLst/>
            <a:cxnLst/>
            <a:rect l="l" t="t" r="r" b="b"/>
            <a:pathLst>
              <a:path w="1947541" h="4210899">
                <a:moveTo>
                  <a:pt x="0" y="0"/>
                </a:moveTo>
                <a:lnTo>
                  <a:pt x="1947540" y="0"/>
                </a:lnTo>
                <a:lnTo>
                  <a:pt x="1947540" y="4210898"/>
                </a:lnTo>
                <a:lnTo>
                  <a:pt x="0" y="4210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442795" y="8470535"/>
            <a:ext cx="4600284" cy="4111504"/>
          </a:xfrm>
          <a:custGeom>
            <a:avLst/>
            <a:gdLst/>
            <a:ahLst/>
            <a:cxnLst/>
            <a:rect l="l" t="t" r="r" b="b"/>
            <a:pathLst>
              <a:path w="4600284" h="4111504">
                <a:moveTo>
                  <a:pt x="0" y="0"/>
                </a:moveTo>
                <a:lnTo>
                  <a:pt x="4600284" y="0"/>
                </a:lnTo>
                <a:lnTo>
                  <a:pt x="4600284" y="4111503"/>
                </a:lnTo>
                <a:lnTo>
                  <a:pt x="0" y="4111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8700" y="8951502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A31C5-7322-3125-269D-E4FB3237C6C0}"/>
              </a:ext>
            </a:extLst>
          </p:cNvPr>
          <p:cNvSpPr txBox="1"/>
          <p:nvPr/>
        </p:nvSpPr>
        <p:spPr>
          <a:xfrm>
            <a:off x="12350646" y="5875983"/>
            <a:ext cx="44478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Góp phần thúc đẩy chuyển đổi số trong nông nghiệp địa phương.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D553B-FFA6-AAE8-73D2-1A798919F4D5}"/>
              </a:ext>
            </a:extLst>
          </p:cNvPr>
          <p:cNvSpPr txBox="1"/>
          <p:nvPr/>
        </p:nvSpPr>
        <p:spPr>
          <a:xfrm>
            <a:off x="1337070" y="5513503"/>
            <a:ext cx="46002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Xây dựng website hỗ trợ người dân Trà Vinh bán nông sản online</a:t>
            </a:r>
            <a:endParaRPr lang="en-US" sz="40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CEFB76-B8C9-95FB-A8AF-8E0CF404D3EE}"/>
              </a:ext>
            </a:extLst>
          </p:cNvPr>
          <p:cNvSpPr txBox="1"/>
          <p:nvPr/>
        </p:nvSpPr>
        <p:spPr>
          <a:xfrm>
            <a:off x="6843858" y="5671415"/>
            <a:ext cx="460028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Giúp người dân đăng bán, quản lý đơn hàng và tương tác với khách hàng dễ dàng.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CD5C788-6D70-2111-36DB-EAC777E4E882}"/>
              </a:ext>
            </a:extLst>
          </p:cNvPr>
          <p:cNvSpPr/>
          <p:nvPr/>
        </p:nvSpPr>
        <p:spPr>
          <a:xfrm>
            <a:off x="8020082" y="2793720"/>
            <a:ext cx="2247836" cy="2687996"/>
          </a:xfrm>
          <a:custGeom>
            <a:avLst/>
            <a:gdLst/>
            <a:ahLst/>
            <a:cxnLst/>
            <a:rect l="l" t="t" r="r" b="b"/>
            <a:pathLst>
              <a:path w="2247836" h="2687996">
                <a:moveTo>
                  <a:pt x="0" y="0"/>
                </a:moveTo>
                <a:lnTo>
                  <a:pt x="2247836" y="0"/>
                </a:lnTo>
                <a:lnTo>
                  <a:pt x="2247836" y="2687996"/>
                </a:lnTo>
                <a:lnTo>
                  <a:pt x="0" y="2687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2BF73637-1533-79F0-BE9A-081F7A8EEEB6}"/>
              </a:ext>
            </a:extLst>
          </p:cNvPr>
          <p:cNvSpPr/>
          <p:nvPr/>
        </p:nvSpPr>
        <p:spPr>
          <a:xfrm>
            <a:off x="2316555" y="3219260"/>
            <a:ext cx="2641314" cy="2053760"/>
          </a:xfrm>
          <a:custGeom>
            <a:avLst/>
            <a:gdLst/>
            <a:ahLst/>
            <a:cxnLst/>
            <a:rect l="l" t="t" r="r" b="b"/>
            <a:pathLst>
              <a:path w="5326602" h="4114800">
                <a:moveTo>
                  <a:pt x="0" y="0"/>
                </a:moveTo>
                <a:lnTo>
                  <a:pt x="5326602" y="0"/>
                </a:lnTo>
                <a:lnTo>
                  <a:pt x="53266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E1EAB-BE04-CB73-053B-D9C0ABA28E0C}"/>
              </a:ext>
            </a:extLst>
          </p:cNvPr>
          <p:cNvSpPr txBox="1"/>
          <p:nvPr/>
        </p:nvSpPr>
        <p:spPr>
          <a:xfrm>
            <a:off x="16932549" y="8928642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D5C08A-F692-7E41-DB0E-1B63D5ACFB14}"/>
              </a:ext>
            </a:extLst>
          </p:cNvPr>
          <p:cNvSpPr txBox="1"/>
          <p:nvPr/>
        </p:nvSpPr>
        <p:spPr>
          <a:xfrm>
            <a:off x="914400" y="4191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1. GIỚI THIỆU ĐỀ TÀI</a:t>
            </a: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5392DDB3-EF43-4384-9BFF-A20CD02F36E6}"/>
              </a:ext>
            </a:extLst>
          </p:cNvPr>
          <p:cNvSpPr/>
          <p:nvPr/>
        </p:nvSpPr>
        <p:spPr>
          <a:xfrm>
            <a:off x="13294571" y="2968867"/>
            <a:ext cx="2976669" cy="2554545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B902CF-F8D1-CE37-2F4C-EE40C80D9CA2}"/>
              </a:ext>
            </a:extLst>
          </p:cNvPr>
          <p:cNvSpPr txBox="1"/>
          <p:nvPr/>
        </p:nvSpPr>
        <p:spPr>
          <a:xfrm>
            <a:off x="1049020" y="1194293"/>
            <a:ext cx="1005078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Mục tiêu đề tài</a:t>
            </a:r>
            <a:endParaRPr lang="vi-VN" sz="40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00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7259300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-628594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301199" y="2129198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903568" y="0"/>
                </a:moveTo>
                <a:lnTo>
                  <a:pt x="0" y="0"/>
                </a:lnTo>
                <a:lnTo>
                  <a:pt x="0" y="3089119"/>
                </a:lnTo>
                <a:lnTo>
                  <a:pt x="903568" y="3089119"/>
                </a:lnTo>
                <a:lnTo>
                  <a:pt x="9035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685631" y="2344860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0" y="0"/>
                </a:moveTo>
                <a:lnTo>
                  <a:pt x="903568" y="0"/>
                </a:lnTo>
                <a:lnTo>
                  <a:pt x="903568" y="3089119"/>
                </a:lnTo>
                <a:lnTo>
                  <a:pt x="0" y="3089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7" name="Group 47"/>
          <p:cNvGrpSpPr/>
          <p:nvPr/>
        </p:nvGrpSpPr>
        <p:grpSpPr>
          <a:xfrm>
            <a:off x="3071092" y="4760003"/>
            <a:ext cx="3318297" cy="1483995"/>
            <a:chOff x="0" y="0"/>
            <a:chExt cx="4424396" cy="1978660"/>
          </a:xfrm>
        </p:grpSpPr>
        <p:sp>
          <p:nvSpPr>
            <p:cNvPr id="48" name="TextBox 48"/>
            <p:cNvSpPr txBox="1"/>
            <p:nvPr/>
          </p:nvSpPr>
          <p:spPr>
            <a:xfrm>
              <a:off x="0" y="734695"/>
              <a:ext cx="4424396" cy="1243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Develop and test packagin prototypes to ensure functionality and sustainability.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4424396" cy="585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</a:pPr>
              <a:r>
                <a:rPr lang="en-US" sz="24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Prototype Creation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C71F790D-BCCD-AB61-CAF2-9BFBE2083C94}"/>
              </a:ext>
            </a:extLst>
          </p:cNvPr>
          <p:cNvSpPr txBox="1"/>
          <p:nvPr/>
        </p:nvSpPr>
        <p:spPr>
          <a:xfrm>
            <a:off x="1028700" y="415859"/>
            <a:ext cx="11797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2. CÔNG NGHỆ SỬ DỤNG </a:t>
            </a:r>
          </a:p>
        </p:txBody>
      </p:sp>
      <p:sp>
        <p:nvSpPr>
          <p:cNvPr id="52" name="Freeform 2">
            <a:extLst>
              <a:ext uri="{FF2B5EF4-FFF2-40B4-BE49-F238E27FC236}">
                <a16:creationId xmlns:a16="http://schemas.microsoft.com/office/drawing/2014/main" id="{8AB0D6E8-FABE-5FCD-7E49-FA7E0FCC6E29}"/>
              </a:ext>
            </a:extLst>
          </p:cNvPr>
          <p:cNvSpPr/>
          <p:nvPr/>
        </p:nvSpPr>
        <p:spPr>
          <a:xfrm>
            <a:off x="1382512" y="2416581"/>
            <a:ext cx="3377160" cy="2114040"/>
          </a:xfrm>
          <a:custGeom>
            <a:avLst/>
            <a:gdLst/>
            <a:ahLst/>
            <a:cxnLst/>
            <a:rect l="l" t="t" r="r" b="b"/>
            <a:pathLst>
              <a:path w="3856174" h="2169098">
                <a:moveTo>
                  <a:pt x="0" y="0"/>
                </a:moveTo>
                <a:lnTo>
                  <a:pt x="3856174" y="0"/>
                </a:lnTo>
                <a:lnTo>
                  <a:pt x="3856174" y="2169098"/>
                </a:lnTo>
                <a:lnTo>
                  <a:pt x="0" y="21690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3" name="Freeform 3">
            <a:extLst>
              <a:ext uri="{FF2B5EF4-FFF2-40B4-BE49-F238E27FC236}">
                <a16:creationId xmlns:a16="http://schemas.microsoft.com/office/drawing/2014/main" id="{D392CC8C-BE04-2024-4078-9618BD5E711A}"/>
              </a:ext>
            </a:extLst>
          </p:cNvPr>
          <p:cNvSpPr/>
          <p:nvPr/>
        </p:nvSpPr>
        <p:spPr>
          <a:xfrm>
            <a:off x="5143424" y="4162230"/>
            <a:ext cx="1221171" cy="1218084"/>
          </a:xfrm>
          <a:custGeom>
            <a:avLst/>
            <a:gdLst/>
            <a:ahLst/>
            <a:cxnLst/>
            <a:rect l="l" t="t" r="r" b="b"/>
            <a:pathLst>
              <a:path w="1354991" h="1354991">
                <a:moveTo>
                  <a:pt x="0" y="0"/>
                </a:moveTo>
                <a:lnTo>
                  <a:pt x="1354991" y="0"/>
                </a:lnTo>
                <a:lnTo>
                  <a:pt x="1354991" y="1354992"/>
                </a:lnTo>
                <a:lnTo>
                  <a:pt x="0" y="1354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4" name="Freeform 4">
            <a:extLst>
              <a:ext uri="{FF2B5EF4-FFF2-40B4-BE49-F238E27FC236}">
                <a16:creationId xmlns:a16="http://schemas.microsoft.com/office/drawing/2014/main" id="{BDE927F7-B141-A80C-A13E-AA91A033BEDB}"/>
              </a:ext>
            </a:extLst>
          </p:cNvPr>
          <p:cNvSpPr/>
          <p:nvPr/>
        </p:nvSpPr>
        <p:spPr>
          <a:xfrm>
            <a:off x="11201400" y="1790700"/>
            <a:ext cx="4267200" cy="1185502"/>
          </a:xfrm>
          <a:custGeom>
            <a:avLst/>
            <a:gdLst/>
            <a:ahLst/>
            <a:cxnLst/>
            <a:rect l="l" t="t" r="r" b="b"/>
            <a:pathLst>
              <a:path w="4139376" h="1039211">
                <a:moveTo>
                  <a:pt x="0" y="0"/>
                </a:moveTo>
                <a:lnTo>
                  <a:pt x="4139376" y="0"/>
                </a:lnTo>
                <a:lnTo>
                  <a:pt x="4139376" y="1039211"/>
                </a:lnTo>
                <a:lnTo>
                  <a:pt x="0" y="1039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5" name="Freeform 5">
            <a:extLst>
              <a:ext uri="{FF2B5EF4-FFF2-40B4-BE49-F238E27FC236}">
                <a16:creationId xmlns:a16="http://schemas.microsoft.com/office/drawing/2014/main" id="{400386B0-8CE6-BC01-89C5-F96342748E89}"/>
              </a:ext>
            </a:extLst>
          </p:cNvPr>
          <p:cNvSpPr/>
          <p:nvPr/>
        </p:nvSpPr>
        <p:spPr>
          <a:xfrm>
            <a:off x="1339442" y="6953774"/>
            <a:ext cx="1883131" cy="1863983"/>
          </a:xfrm>
          <a:custGeom>
            <a:avLst/>
            <a:gdLst/>
            <a:ahLst/>
            <a:cxnLst/>
            <a:rect l="l" t="t" r="r" b="b"/>
            <a:pathLst>
              <a:path w="1601055" h="1601055">
                <a:moveTo>
                  <a:pt x="0" y="0"/>
                </a:moveTo>
                <a:lnTo>
                  <a:pt x="1601055" y="0"/>
                </a:lnTo>
                <a:lnTo>
                  <a:pt x="1601055" y="1601054"/>
                </a:lnTo>
                <a:lnTo>
                  <a:pt x="0" y="16010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5351AC66-569D-4EC8-2DF3-40B76B2DC446}"/>
              </a:ext>
            </a:extLst>
          </p:cNvPr>
          <p:cNvSpPr/>
          <p:nvPr/>
        </p:nvSpPr>
        <p:spPr>
          <a:xfrm>
            <a:off x="7312639" y="4208998"/>
            <a:ext cx="4218228" cy="2389056"/>
          </a:xfrm>
          <a:custGeom>
            <a:avLst/>
            <a:gdLst/>
            <a:ahLst/>
            <a:cxnLst/>
            <a:rect l="l" t="t" r="r" b="b"/>
            <a:pathLst>
              <a:path w="2899483" h="1486444">
                <a:moveTo>
                  <a:pt x="0" y="0"/>
                </a:moveTo>
                <a:lnTo>
                  <a:pt x="2899484" y="0"/>
                </a:lnTo>
                <a:lnTo>
                  <a:pt x="2899484" y="1486444"/>
                </a:lnTo>
                <a:lnTo>
                  <a:pt x="0" y="1486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7" name="TextBox 10">
            <a:extLst>
              <a:ext uri="{FF2B5EF4-FFF2-40B4-BE49-F238E27FC236}">
                <a16:creationId xmlns:a16="http://schemas.microsoft.com/office/drawing/2014/main" id="{421F154F-1956-9FEE-254A-FCB00D115CB0}"/>
              </a:ext>
            </a:extLst>
          </p:cNvPr>
          <p:cNvSpPr txBox="1"/>
          <p:nvPr/>
        </p:nvSpPr>
        <p:spPr>
          <a:xfrm>
            <a:off x="1034946" y="1620513"/>
            <a:ext cx="4375254" cy="599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Ngôn ngữ lập trình: </a:t>
            </a:r>
          </a:p>
        </p:txBody>
      </p:sp>
      <p:sp>
        <p:nvSpPr>
          <p:cNvPr id="58" name="TextBox 11">
            <a:extLst>
              <a:ext uri="{FF2B5EF4-FFF2-40B4-BE49-F238E27FC236}">
                <a16:creationId xmlns:a16="http://schemas.microsoft.com/office/drawing/2014/main" id="{C4C742DE-9B3D-63EF-EE07-C3A246EE7573}"/>
              </a:ext>
            </a:extLst>
          </p:cNvPr>
          <p:cNvSpPr txBox="1"/>
          <p:nvPr/>
        </p:nvSpPr>
        <p:spPr>
          <a:xfrm>
            <a:off x="11805869" y="1467587"/>
            <a:ext cx="3377160" cy="59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Cơ sở dữ liệu: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2CCD2C96-4449-7F5C-7A3B-887F4030FD4C}"/>
              </a:ext>
            </a:extLst>
          </p:cNvPr>
          <p:cNvSpPr txBox="1"/>
          <p:nvPr/>
        </p:nvSpPr>
        <p:spPr>
          <a:xfrm>
            <a:off x="1028700" y="6209437"/>
            <a:ext cx="3377160" cy="59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Frameworks:</a:t>
            </a:r>
          </a:p>
        </p:txBody>
      </p:sp>
      <p:sp>
        <p:nvSpPr>
          <p:cNvPr id="60" name="TextBox 13">
            <a:extLst>
              <a:ext uri="{FF2B5EF4-FFF2-40B4-BE49-F238E27FC236}">
                <a16:creationId xmlns:a16="http://schemas.microsoft.com/office/drawing/2014/main" id="{47C44E12-509F-A6C8-BA90-84836200FE2C}"/>
              </a:ext>
            </a:extLst>
          </p:cNvPr>
          <p:cNvSpPr txBox="1"/>
          <p:nvPr/>
        </p:nvSpPr>
        <p:spPr>
          <a:xfrm>
            <a:off x="8468311" y="3673757"/>
            <a:ext cx="1906885" cy="59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IDE:</a:t>
            </a:r>
          </a:p>
        </p:txBody>
      </p:sp>
      <p:sp>
        <p:nvSpPr>
          <p:cNvPr id="61" name="TextBox 14">
            <a:extLst>
              <a:ext uri="{FF2B5EF4-FFF2-40B4-BE49-F238E27FC236}">
                <a16:creationId xmlns:a16="http://schemas.microsoft.com/office/drawing/2014/main" id="{C160A88F-7BE3-60C2-9C7D-43261FC9FA11}"/>
              </a:ext>
            </a:extLst>
          </p:cNvPr>
          <p:cNvSpPr txBox="1"/>
          <p:nvPr/>
        </p:nvSpPr>
        <p:spPr>
          <a:xfrm>
            <a:off x="12236945" y="6438085"/>
            <a:ext cx="4523264" cy="59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4000">
                <a:latin typeface="Roboto Condensed"/>
                <a:ea typeface="Roboto Condensed"/>
                <a:cs typeface="Roboto Condensed"/>
                <a:sym typeface="Roboto Condensed"/>
              </a:rPr>
              <a:t>Runtime environment:</a:t>
            </a:r>
          </a:p>
        </p:txBody>
      </p:sp>
      <p:sp>
        <p:nvSpPr>
          <p:cNvPr id="62" name="Freeform 6">
            <a:extLst>
              <a:ext uri="{FF2B5EF4-FFF2-40B4-BE49-F238E27FC236}">
                <a16:creationId xmlns:a16="http://schemas.microsoft.com/office/drawing/2014/main" id="{C9AE7059-7D16-2937-18F7-A168559D7D85}"/>
              </a:ext>
            </a:extLst>
          </p:cNvPr>
          <p:cNvSpPr/>
          <p:nvPr/>
        </p:nvSpPr>
        <p:spPr>
          <a:xfrm>
            <a:off x="3387472" y="7080823"/>
            <a:ext cx="4218228" cy="1609883"/>
          </a:xfrm>
          <a:custGeom>
            <a:avLst/>
            <a:gdLst/>
            <a:ahLst/>
            <a:cxnLst/>
            <a:rect l="l" t="t" r="r" b="b"/>
            <a:pathLst>
              <a:path w="3562750" h="1197975">
                <a:moveTo>
                  <a:pt x="0" y="0"/>
                </a:moveTo>
                <a:lnTo>
                  <a:pt x="3562749" y="0"/>
                </a:lnTo>
                <a:lnTo>
                  <a:pt x="3562749" y="1197975"/>
                </a:lnTo>
                <a:lnTo>
                  <a:pt x="0" y="1197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63" name="Freeform 8">
            <a:extLst>
              <a:ext uri="{FF2B5EF4-FFF2-40B4-BE49-F238E27FC236}">
                <a16:creationId xmlns:a16="http://schemas.microsoft.com/office/drawing/2014/main" id="{0693743E-292E-0767-4084-346B3026CE58}"/>
              </a:ext>
            </a:extLst>
          </p:cNvPr>
          <p:cNvSpPr/>
          <p:nvPr/>
        </p:nvSpPr>
        <p:spPr>
          <a:xfrm>
            <a:off x="12733956" y="7373435"/>
            <a:ext cx="3176042" cy="2225272"/>
          </a:xfrm>
          <a:custGeom>
            <a:avLst/>
            <a:gdLst/>
            <a:ahLst/>
            <a:cxnLst/>
            <a:rect l="l" t="t" r="r" b="b"/>
            <a:pathLst>
              <a:path w="2698307" h="1650863">
                <a:moveTo>
                  <a:pt x="0" y="0"/>
                </a:moveTo>
                <a:lnTo>
                  <a:pt x="2698308" y="0"/>
                </a:lnTo>
                <a:lnTo>
                  <a:pt x="2698308" y="1650863"/>
                </a:lnTo>
                <a:lnTo>
                  <a:pt x="0" y="16508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5" name="Freeform 13">
            <a:extLst>
              <a:ext uri="{FF2B5EF4-FFF2-40B4-BE49-F238E27FC236}">
                <a16:creationId xmlns:a16="http://schemas.microsoft.com/office/drawing/2014/main" id="{386656BE-9627-D0FF-B1CB-E90A30DF33E2}"/>
              </a:ext>
            </a:extLst>
          </p:cNvPr>
          <p:cNvSpPr/>
          <p:nvPr/>
        </p:nvSpPr>
        <p:spPr>
          <a:xfrm rot="5400000">
            <a:off x="-628594" y="8458479"/>
            <a:ext cx="2184260" cy="1870273"/>
          </a:xfrm>
          <a:custGeom>
            <a:avLst/>
            <a:gdLst/>
            <a:ahLst/>
            <a:cxnLst/>
            <a:rect l="l" t="t" r="r" b="b"/>
            <a:pathLst>
              <a:path w="2184260" h="1870273">
                <a:moveTo>
                  <a:pt x="0" y="0"/>
                </a:moveTo>
                <a:lnTo>
                  <a:pt x="2184260" y="0"/>
                </a:lnTo>
                <a:lnTo>
                  <a:pt x="2184260" y="1870272"/>
                </a:lnTo>
                <a:lnTo>
                  <a:pt x="0" y="18702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41494-8B3A-F5F2-880C-E4B0B59300AD}"/>
              </a:ext>
            </a:extLst>
          </p:cNvPr>
          <p:cNvSpPr txBox="1"/>
          <p:nvPr/>
        </p:nvSpPr>
        <p:spPr>
          <a:xfrm>
            <a:off x="16916400" y="8885783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7259300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-628594" y="-306798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301199" y="2129198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903568" y="0"/>
                </a:moveTo>
                <a:lnTo>
                  <a:pt x="0" y="0"/>
                </a:lnTo>
                <a:lnTo>
                  <a:pt x="0" y="3089119"/>
                </a:lnTo>
                <a:lnTo>
                  <a:pt x="903568" y="3089119"/>
                </a:lnTo>
                <a:lnTo>
                  <a:pt x="9035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685631" y="2344860"/>
            <a:ext cx="903567" cy="3089119"/>
          </a:xfrm>
          <a:custGeom>
            <a:avLst/>
            <a:gdLst/>
            <a:ahLst/>
            <a:cxnLst/>
            <a:rect l="l" t="t" r="r" b="b"/>
            <a:pathLst>
              <a:path w="903567" h="3089119">
                <a:moveTo>
                  <a:pt x="0" y="0"/>
                </a:moveTo>
                <a:lnTo>
                  <a:pt x="903568" y="0"/>
                </a:lnTo>
                <a:lnTo>
                  <a:pt x="903568" y="3089119"/>
                </a:lnTo>
                <a:lnTo>
                  <a:pt x="0" y="30891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9FC940-6DC8-8894-3D8B-314A5422964C}"/>
              </a:ext>
            </a:extLst>
          </p:cNvPr>
          <p:cNvSpPr txBox="1"/>
          <p:nvPr/>
        </p:nvSpPr>
        <p:spPr>
          <a:xfrm>
            <a:off x="1143000" y="306799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2. CÔNG NGHỆ SỬ DỤNG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69C6DB-BCAA-88CA-F2F7-3198A5AA0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314815"/>
              </p:ext>
            </p:extLst>
          </p:nvPr>
        </p:nvGraphicFramePr>
        <p:xfrm>
          <a:off x="1075994" y="1390431"/>
          <a:ext cx="16230600" cy="7655772"/>
        </p:xfrm>
        <a:graphic>
          <a:graphicData uri="http://schemas.openxmlformats.org/drawingml/2006/table">
            <a:tbl>
              <a:tblPr firstRow="1" bandRow="1"/>
              <a:tblGrid>
                <a:gridCol w="1935506">
                  <a:extLst>
                    <a:ext uri="{9D8B030D-6E8A-4147-A177-3AD203B41FA5}">
                      <a16:colId xmlns:a16="http://schemas.microsoft.com/office/drawing/2014/main" val="510594098"/>
                    </a:ext>
                  </a:extLst>
                </a:gridCol>
                <a:gridCol w="1824905">
                  <a:extLst>
                    <a:ext uri="{9D8B030D-6E8A-4147-A177-3AD203B41FA5}">
                      <a16:colId xmlns:a16="http://schemas.microsoft.com/office/drawing/2014/main" val="3492602317"/>
                    </a:ext>
                  </a:extLst>
                </a:gridCol>
                <a:gridCol w="3242758">
                  <a:extLst>
                    <a:ext uri="{9D8B030D-6E8A-4147-A177-3AD203B41FA5}">
                      <a16:colId xmlns:a16="http://schemas.microsoft.com/office/drawing/2014/main" val="3821682172"/>
                    </a:ext>
                  </a:extLst>
                </a:gridCol>
                <a:gridCol w="9227431">
                  <a:extLst>
                    <a:ext uri="{9D8B030D-6E8A-4147-A177-3AD203B41FA5}">
                      <a16:colId xmlns:a16="http://schemas.microsoft.com/office/drawing/2014/main" val="3508996645"/>
                    </a:ext>
                  </a:extLst>
                </a:gridCol>
              </a:tblGrid>
              <a:tr h="709873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#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Module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Công nghệ 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Diễn giải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699961"/>
                  </a:ext>
                </a:extLst>
              </a:tr>
              <a:tr h="1084560">
                <a:tc rowSpan="3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Front-end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React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Framework JavaScript, tạo khung giao diện nhanh chóng và mượt mà.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37693"/>
                  </a:ext>
                </a:extLst>
              </a:tr>
              <a:tr h="135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TypeScript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Ngôn ngữ lập trình được phát triển mở rộng từ JavaScript, có cấu trúc chặt chẻ, dễ bảo trì và mở rộng.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47064"/>
                  </a:ext>
                </a:extLst>
              </a:tr>
              <a:tr h="10845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TailwindCSS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Framework CSS, giúp đơn giản hoá việc tạo kiểu cho trang web.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622649"/>
                  </a:ext>
                </a:extLst>
              </a:tr>
              <a:tr h="1084560">
                <a:tc rowSpan="2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2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Back-end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NodeJS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JavaScript Runtime phía máy chủ, hỗ trợ nhiều thư viện trong quá trình phát triển.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295846"/>
                  </a:ext>
                </a:extLst>
              </a:tr>
              <a:tr h="1351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NestJS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NestJS giúp xây dựng API hiệu quả, dễ bảo trì nhờ cấu trúc rõ ràng và hỗ trợ TypeScript.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01497"/>
                  </a:ext>
                </a:extLst>
              </a:tr>
              <a:tr h="99013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3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Database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MongoDB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Cơ sở dữ liệu NoSQL, lưu trữ dữ liệu dạng tài liệu, linh hoạt và mở rộng tốt.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8107" marR="68107" marT="34054" marB="34054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169515"/>
                  </a:ext>
                </a:extLst>
              </a:tr>
            </a:tbl>
          </a:graphicData>
        </a:graphic>
      </p:graphicFrame>
      <p:sp>
        <p:nvSpPr>
          <p:cNvPr id="5" name="Freeform 13">
            <a:extLst>
              <a:ext uri="{FF2B5EF4-FFF2-40B4-BE49-F238E27FC236}">
                <a16:creationId xmlns:a16="http://schemas.microsoft.com/office/drawing/2014/main" id="{386656BE-9627-D0FF-B1CB-E90A30DF33E2}"/>
              </a:ext>
            </a:extLst>
          </p:cNvPr>
          <p:cNvSpPr/>
          <p:nvPr/>
        </p:nvSpPr>
        <p:spPr>
          <a:xfrm>
            <a:off x="16318884" y="-166673"/>
            <a:ext cx="2184260" cy="1870273"/>
          </a:xfrm>
          <a:custGeom>
            <a:avLst/>
            <a:gdLst/>
            <a:ahLst/>
            <a:cxnLst/>
            <a:rect l="l" t="t" r="r" b="b"/>
            <a:pathLst>
              <a:path w="2184260" h="1870273">
                <a:moveTo>
                  <a:pt x="0" y="0"/>
                </a:moveTo>
                <a:lnTo>
                  <a:pt x="2184260" y="0"/>
                </a:lnTo>
                <a:lnTo>
                  <a:pt x="2184260" y="1870272"/>
                </a:lnTo>
                <a:lnTo>
                  <a:pt x="0" y="1870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5B06AA-08D1-FF97-25DB-1932DE2DA4D6}"/>
              </a:ext>
            </a:extLst>
          </p:cNvPr>
          <p:cNvSpPr txBox="1"/>
          <p:nvPr/>
        </p:nvSpPr>
        <p:spPr>
          <a:xfrm>
            <a:off x="16919158" y="9114172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4265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 flipV="1">
            <a:off x="12324015" y="3332022"/>
            <a:ext cx="0" cy="173973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12324015" y="6054303"/>
            <a:ext cx="0" cy="1739731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 rot="2700000">
            <a:off x="-2573006" y="9301408"/>
            <a:ext cx="5624853" cy="2890961"/>
          </a:xfrm>
          <a:custGeom>
            <a:avLst/>
            <a:gdLst/>
            <a:ahLst/>
            <a:cxnLst/>
            <a:rect l="l" t="t" r="r" b="b"/>
            <a:pathLst>
              <a:path w="5624853" h="2890961">
                <a:moveTo>
                  <a:pt x="0" y="0"/>
                </a:moveTo>
                <a:lnTo>
                  <a:pt x="5624853" y="0"/>
                </a:lnTo>
                <a:lnTo>
                  <a:pt x="5624853" y="2890961"/>
                </a:lnTo>
                <a:lnTo>
                  <a:pt x="0" y="2890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2333" r="-26127"/>
            </a:stretch>
          </a:blipFill>
        </p:spPr>
      </p:sp>
      <p:sp>
        <p:nvSpPr>
          <p:cNvPr id="11" name="Freeform 11"/>
          <p:cNvSpPr/>
          <p:nvPr/>
        </p:nvSpPr>
        <p:spPr>
          <a:xfrm rot="-9332240">
            <a:off x="14784232" y="-1749654"/>
            <a:ext cx="4950135" cy="4114800"/>
          </a:xfrm>
          <a:custGeom>
            <a:avLst/>
            <a:gdLst/>
            <a:ahLst/>
            <a:cxnLst/>
            <a:rect l="l" t="t" r="r" b="b"/>
            <a:pathLst>
              <a:path w="4950135" h="4114800">
                <a:moveTo>
                  <a:pt x="0" y="0"/>
                </a:moveTo>
                <a:lnTo>
                  <a:pt x="4950136" y="0"/>
                </a:lnTo>
                <a:lnTo>
                  <a:pt x="49501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39518" y="9119861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7"/>
                </a:lnTo>
                <a:lnTo>
                  <a:pt x="0" y="6135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41593" y="3495922"/>
            <a:ext cx="649846" cy="833136"/>
          </a:xfrm>
          <a:custGeom>
            <a:avLst/>
            <a:gdLst/>
            <a:ahLst/>
            <a:cxnLst/>
            <a:rect l="l" t="t" r="r" b="b"/>
            <a:pathLst>
              <a:path w="649846" h="833136">
                <a:moveTo>
                  <a:pt x="0" y="0"/>
                </a:moveTo>
                <a:lnTo>
                  <a:pt x="649846" y="0"/>
                </a:lnTo>
                <a:lnTo>
                  <a:pt x="649846" y="833136"/>
                </a:lnTo>
                <a:lnTo>
                  <a:pt x="0" y="833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960964" y="3531954"/>
            <a:ext cx="761072" cy="761072"/>
          </a:xfrm>
          <a:custGeom>
            <a:avLst/>
            <a:gdLst/>
            <a:ahLst/>
            <a:cxnLst/>
            <a:rect l="l" t="t" r="r" b="b"/>
            <a:pathLst>
              <a:path w="761072" h="761072">
                <a:moveTo>
                  <a:pt x="0" y="0"/>
                </a:moveTo>
                <a:lnTo>
                  <a:pt x="761072" y="0"/>
                </a:lnTo>
                <a:lnTo>
                  <a:pt x="761072" y="761072"/>
                </a:lnTo>
                <a:lnTo>
                  <a:pt x="0" y="761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047423" y="6163096"/>
            <a:ext cx="588153" cy="716168"/>
          </a:xfrm>
          <a:custGeom>
            <a:avLst/>
            <a:gdLst/>
            <a:ahLst/>
            <a:cxnLst/>
            <a:rect l="l" t="t" r="r" b="b"/>
            <a:pathLst>
              <a:path w="588153" h="716168">
                <a:moveTo>
                  <a:pt x="0" y="0"/>
                </a:moveTo>
                <a:lnTo>
                  <a:pt x="588154" y="0"/>
                </a:lnTo>
                <a:lnTo>
                  <a:pt x="588154" y="716168"/>
                </a:lnTo>
                <a:lnTo>
                  <a:pt x="0" y="71616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8241593" y="6163096"/>
            <a:ext cx="649846" cy="826513"/>
          </a:xfrm>
          <a:custGeom>
            <a:avLst/>
            <a:gdLst/>
            <a:ahLst/>
            <a:cxnLst/>
            <a:rect l="l" t="t" r="r" b="b"/>
            <a:pathLst>
              <a:path w="649846" h="826513">
                <a:moveTo>
                  <a:pt x="649846" y="0"/>
                </a:moveTo>
                <a:lnTo>
                  <a:pt x="0" y="0"/>
                </a:lnTo>
                <a:lnTo>
                  <a:pt x="0" y="826514"/>
                </a:lnTo>
                <a:lnTo>
                  <a:pt x="649846" y="826514"/>
                </a:lnTo>
                <a:lnTo>
                  <a:pt x="649846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-219849" y="-761324"/>
            <a:ext cx="2497099" cy="2138141"/>
          </a:xfrm>
          <a:custGeom>
            <a:avLst/>
            <a:gdLst/>
            <a:ahLst/>
            <a:cxnLst/>
            <a:rect l="l" t="t" r="r" b="b"/>
            <a:pathLst>
              <a:path w="2497099" h="2138141">
                <a:moveTo>
                  <a:pt x="2497098" y="2138141"/>
                </a:moveTo>
                <a:lnTo>
                  <a:pt x="0" y="2138141"/>
                </a:lnTo>
                <a:lnTo>
                  <a:pt x="0" y="0"/>
                </a:lnTo>
                <a:lnTo>
                  <a:pt x="2497098" y="0"/>
                </a:lnTo>
                <a:lnTo>
                  <a:pt x="2497098" y="2138141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16501939" y="9923548"/>
            <a:ext cx="1220602" cy="1646680"/>
          </a:xfrm>
          <a:custGeom>
            <a:avLst/>
            <a:gdLst/>
            <a:ahLst/>
            <a:cxnLst/>
            <a:rect l="l" t="t" r="r" b="b"/>
            <a:pathLst>
              <a:path w="1220602" h="1646680">
                <a:moveTo>
                  <a:pt x="0" y="0"/>
                </a:moveTo>
                <a:lnTo>
                  <a:pt x="1220602" y="0"/>
                </a:lnTo>
                <a:lnTo>
                  <a:pt x="1220602" y="1646680"/>
                </a:lnTo>
                <a:lnTo>
                  <a:pt x="0" y="16466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7" name="Group 27"/>
          <p:cNvGrpSpPr/>
          <p:nvPr/>
        </p:nvGrpSpPr>
        <p:grpSpPr>
          <a:xfrm>
            <a:off x="13975035" y="3459890"/>
            <a:ext cx="2572113" cy="1169670"/>
            <a:chOff x="0" y="0"/>
            <a:chExt cx="3429484" cy="1559560"/>
          </a:xfrm>
        </p:grpSpPr>
        <p:sp>
          <p:nvSpPr>
            <p:cNvPr id="28" name="TextBox 28"/>
            <p:cNvSpPr txBox="1"/>
            <p:nvPr/>
          </p:nvSpPr>
          <p:spPr>
            <a:xfrm>
              <a:off x="0" y="734695"/>
              <a:ext cx="3429484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Higher initial costs for sustainable materials.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3429484" cy="585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Weaknesses</a:t>
              </a:r>
            </a:p>
          </p:txBody>
        </p:sp>
      </p:grpSp>
      <p:sp>
        <p:nvSpPr>
          <p:cNvPr id="36" name="Freeform 8">
            <a:extLst>
              <a:ext uri="{FF2B5EF4-FFF2-40B4-BE49-F238E27FC236}">
                <a16:creationId xmlns:a16="http://schemas.microsoft.com/office/drawing/2014/main" id="{C0C8C8F5-53D7-22EC-C6B4-663804D7FC1C}"/>
              </a:ext>
            </a:extLst>
          </p:cNvPr>
          <p:cNvSpPr/>
          <p:nvPr/>
        </p:nvSpPr>
        <p:spPr>
          <a:xfrm>
            <a:off x="1028700" y="4362246"/>
            <a:ext cx="16230600" cy="1582484"/>
          </a:xfrm>
          <a:custGeom>
            <a:avLst/>
            <a:gdLst/>
            <a:ahLst/>
            <a:cxnLst/>
            <a:rect l="l" t="t" r="r" b="b"/>
            <a:pathLst>
              <a:path w="16230600" h="1582484">
                <a:moveTo>
                  <a:pt x="0" y="0"/>
                </a:moveTo>
                <a:lnTo>
                  <a:pt x="16230600" y="0"/>
                </a:lnTo>
                <a:lnTo>
                  <a:pt x="16230600" y="1582484"/>
                </a:lnTo>
                <a:lnTo>
                  <a:pt x="0" y="158248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9">
            <a:extLst>
              <a:ext uri="{FF2B5EF4-FFF2-40B4-BE49-F238E27FC236}">
                <a16:creationId xmlns:a16="http://schemas.microsoft.com/office/drawing/2014/main" id="{720BA730-6D5F-BA7D-9F85-0C61A0192CCB}"/>
              </a:ext>
            </a:extLst>
          </p:cNvPr>
          <p:cNvSpPr/>
          <p:nvPr/>
        </p:nvSpPr>
        <p:spPr>
          <a:xfrm>
            <a:off x="5546538" y="3358721"/>
            <a:ext cx="2589782" cy="2589782"/>
          </a:xfrm>
          <a:custGeom>
            <a:avLst/>
            <a:gdLst/>
            <a:ahLst/>
            <a:cxnLst/>
            <a:rect l="l" t="t" r="r" b="b"/>
            <a:pathLst>
              <a:path w="2589782" h="2589782">
                <a:moveTo>
                  <a:pt x="0" y="0"/>
                </a:moveTo>
                <a:lnTo>
                  <a:pt x="2589783" y="0"/>
                </a:lnTo>
                <a:lnTo>
                  <a:pt x="2589783" y="2589782"/>
                </a:lnTo>
                <a:lnTo>
                  <a:pt x="0" y="258978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6000"/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10">
            <a:extLst>
              <a:ext uri="{FF2B5EF4-FFF2-40B4-BE49-F238E27FC236}">
                <a16:creationId xmlns:a16="http://schemas.microsoft.com/office/drawing/2014/main" id="{2CF61ADB-8961-1951-D8DC-C96502FEAF05}"/>
              </a:ext>
            </a:extLst>
          </p:cNvPr>
          <p:cNvSpPr/>
          <p:nvPr/>
        </p:nvSpPr>
        <p:spPr>
          <a:xfrm>
            <a:off x="3086724" y="4294203"/>
            <a:ext cx="2589848" cy="2589847"/>
          </a:xfrm>
          <a:custGeom>
            <a:avLst/>
            <a:gdLst/>
            <a:ahLst/>
            <a:cxnLst/>
            <a:rect l="l" t="t" r="r" b="b"/>
            <a:pathLst>
              <a:path w="2589848" h="2589847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16000"/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11">
            <a:extLst>
              <a:ext uri="{FF2B5EF4-FFF2-40B4-BE49-F238E27FC236}">
                <a16:creationId xmlns:a16="http://schemas.microsoft.com/office/drawing/2014/main" id="{9D052946-F526-2FCA-4099-D4629A4EB0ED}"/>
              </a:ext>
            </a:extLst>
          </p:cNvPr>
          <p:cNvSpPr/>
          <p:nvPr/>
        </p:nvSpPr>
        <p:spPr>
          <a:xfrm>
            <a:off x="10466070" y="3354882"/>
            <a:ext cx="2589847" cy="2589848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6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12">
            <a:extLst>
              <a:ext uri="{FF2B5EF4-FFF2-40B4-BE49-F238E27FC236}">
                <a16:creationId xmlns:a16="http://schemas.microsoft.com/office/drawing/2014/main" id="{F8617E42-B797-0735-3B0A-B87F44C5D2BE}"/>
              </a:ext>
            </a:extLst>
          </p:cNvPr>
          <p:cNvSpPr/>
          <p:nvPr/>
        </p:nvSpPr>
        <p:spPr>
          <a:xfrm>
            <a:off x="12925851" y="4273615"/>
            <a:ext cx="2589848" cy="2589847"/>
          </a:xfrm>
          <a:custGeom>
            <a:avLst/>
            <a:gdLst/>
            <a:ahLst/>
            <a:cxnLst/>
            <a:rect l="l" t="t" r="r" b="b"/>
            <a:pathLst>
              <a:path w="2589848" h="2589847">
                <a:moveTo>
                  <a:pt x="0" y="0"/>
                </a:moveTo>
                <a:lnTo>
                  <a:pt x="2589848" y="0"/>
                </a:lnTo>
                <a:lnTo>
                  <a:pt x="2589848" y="2589848"/>
                </a:lnTo>
                <a:lnTo>
                  <a:pt x="0" y="258984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alphaModFix amt="16000"/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FDB88CE0-ACC5-FF77-94EC-6AE78C54A5C7}"/>
              </a:ext>
            </a:extLst>
          </p:cNvPr>
          <p:cNvSpPr/>
          <p:nvPr/>
        </p:nvSpPr>
        <p:spPr>
          <a:xfrm>
            <a:off x="8006288" y="4332441"/>
            <a:ext cx="2589847" cy="2589848"/>
          </a:xfrm>
          <a:custGeom>
            <a:avLst/>
            <a:gdLst/>
            <a:ahLst/>
            <a:cxnLst/>
            <a:rect l="l" t="t" r="r" b="b"/>
            <a:pathLst>
              <a:path w="2589847" h="2589848">
                <a:moveTo>
                  <a:pt x="0" y="0"/>
                </a:moveTo>
                <a:lnTo>
                  <a:pt x="2589847" y="0"/>
                </a:lnTo>
                <a:lnTo>
                  <a:pt x="2589847" y="2589847"/>
                </a:lnTo>
                <a:lnTo>
                  <a:pt x="0" y="2589847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alphaModFix amt="16000"/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2" name="Group 14">
            <a:extLst>
              <a:ext uri="{FF2B5EF4-FFF2-40B4-BE49-F238E27FC236}">
                <a16:creationId xmlns:a16="http://schemas.microsoft.com/office/drawing/2014/main" id="{F2DDAA9C-2B79-1850-035A-966F07BB5614}"/>
              </a:ext>
            </a:extLst>
          </p:cNvPr>
          <p:cNvGrpSpPr/>
          <p:nvPr/>
        </p:nvGrpSpPr>
        <p:grpSpPr>
          <a:xfrm>
            <a:off x="3633145" y="4840624"/>
            <a:ext cx="1497006" cy="1497006"/>
            <a:chOff x="0" y="0"/>
            <a:chExt cx="812800" cy="812800"/>
          </a:xfrm>
        </p:grpSpPr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C8209B65-D546-7CE2-BF24-225D064B0D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189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67F12DEF-6B70-A375-3448-D3DEC24AFF0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5" name="Group 17">
            <a:extLst>
              <a:ext uri="{FF2B5EF4-FFF2-40B4-BE49-F238E27FC236}">
                <a16:creationId xmlns:a16="http://schemas.microsoft.com/office/drawing/2014/main" id="{50AE4E2E-2532-515B-E209-C0941CF319CC}"/>
              </a:ext>
            </a:extLst>
          </p:cNvPr>
          <p:cNvGrpSpPr/>
          <p:nvPr/>
        </p:nvGrpSpPr>
        <p:grpSpPr>
          <a:xfrm>
            <a:off x="8552709" y="4840624"/>
            <a:ext cx="1497006" cy="1497006"/>
            <a:chOff x="0" y="0"/>
            <a:chExt cx="812800" cy="812800"/>
          </a:xfrm>
        </p:grpSpPr>
        <p:sp>
          <p:nvSpPr>
            <p:cNvPr id="46" name="Freeform 18">
              <a:extLst>
                <a:ext uri="{FF2B5EF4-FFF2-40B4-BE49-F238E27FC236}">
                  <a16:creationId xmlns:a16="http://schemas.microsoft.com/office/drawing/2014/main" id="{460A50DC-1ADD-4EFE-A132-31F4C74EE5C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882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19">
              <a:extLst>
                <a:ext uri="{FF2B5EF4-FFF2-40B4-BE49-F238E27FC236}">
                  <a16:creationId xmlns:a16="http://schemas.microsoft.com/office/drawing/2014/main" id="{2E58D8B0-FA58-9798-D63C-775F2C4F2A1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8" name="Group 20">
            <a:extLst>
              <a:ext uri="{FF2B5EF4-FFF2-40B4-BE49-F238E27FC236}">
                <a16:creationId xmlns:a16="http://schemas.microsoft.com/office/drawing/2014/main" id="{54798504-ADE6-69B2-6460-4D95A5147910}"/>
              </a:ext>
            </a:extLst>
          </p:cNvPr>
          <p:cNvGrpSpPr/>
          <p:nvPr/>
        </p:nvGrpSpPr>
        <p:grpSpPr>
          <a:xfrm>
            <a:off x="13472272" y="4840624"/>
            <a:ext cx="1497006" cy="1497006"/>
            <a:chOff x="0" y="0"/>
            <a:chExt cx="812800" cy="812800"/>
          </a:xfrm>
        </p:grpSpPr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3146EFDF-BCC2-5907-2A78-7128B9F313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6071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22">
              <a:extLst>
                <a:ext uri="{FF2B5EF4-FFF2-40B4-BE49-F238E27FC236}">
                  <a16:creationId xmlns:a16="http://schemas.microsoft.com/office/drawing/2014/main" id="{3C2127C1-58DF-00E0-2816-CCB4377FB62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1" name="Group 23">
            <a:extLst>
              <a:ext uri="{FF2B5EF4-FFF2-40B4-BE49-F238E27FC236}">
                <a16:creationId xmlns:a16="http://schemas.microsoft.com/office/drawing/2014/main" id="{05A47380-717C-4257-B3C6-C465AF53ECC3}"/>
              </a:ext>
            </a:extLst>
          </p:cNvPr>
          <p:cNvGrpSpPr/>
          <p:nvPr/>
        </p:nvGrpSpPr>
        <p:grpSpPr>
          <a:xfrm>
            <a:off x="6093678" y="3905109"/>
            <a:ext cx="1497006" cy="1497006"/>
            <a:chOff x="0" y="0"/>
            <a:chExt cx="812800" cy="812800"/>
          </a:xfrm>
        </p:grpSpPr>
        <p:sp>
          <p:nvSpPr>
            <p:cNvPr id="52" name="Freeform 24">
              <a:extLst>
                <a:ext uri="{FF2B5EF4-FFF2-40B4-BE49-F238E27FC236}">
                  <a16:creationId xmlns:a16="http://schemas.microsoft.com/office/drawing/2014/main" id="{956B55EF-6C39-7034-2762-3DB7AE3D80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FBD7D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25">
              <a:extLst>
                <a:ext uri="{FF2B5EF4-FFF2-40B4-BE49-F238E27FC236}">
                  <a16:creationId xmlns:a16="http://schemas.microsoft.com/office/drawing/2014/main" id="{76C88266-AF86-0AAF-DBDA-7E02D2600FF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4" name="Group 26">
            <a:extLst>
              <a:ext uri="{FF2B5EF4-FFF2-40B4-BE49-F238E27FC236}">
                <a16:creationId xmlns:a16="http://schemas.microsoft.com/office/drawing/2014/main" id="{F72FB58A-7ADD-21C2-47C2-CE4497975B05}"/>
              </a:ext>
            </a:extLst>
          </p:cNvPr>
          <p:cNvGrpSpPr/>
          <p:nvPr/>
        </p:nvGrpSpPr>
        <p:grpSpPr>
          <a:xfrm>
            <a:off x="11013242" y="3905109"/>
            <a:ext cx="1497006" cy="1497006"/>
            <a:chOff x="0" y="0"/>
            <a:chExt cx="812800" cy="812800"/>
          </a:xfrm>
        </p:grpSpPr>
        <p:sp>
          <p:nvSpPr>
            <p:cNvPr id="55" name="Freeform 27">
              <a:extLst>
                <a:ext uri="{FF2B5EF4-FFF2-40B4-BE49-F238E27FC236}">
                  <a16:creationId xmlns:a16="http://schemas.microsoft.com/office/drawing/2014/main" id="{FB19A934-1F56-C1AA-64C2-8F9F81ECBD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A986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6" name="TextBox 28">
              <a:extLst>
                <a:ext uri="{FF2B5EF4-FFF2-40B4-BE49-F238E27FC236}">
                  <a16:creationId xmlns:a16="http://schemas.microsoft.com/office/drawing/2014/main" id="{E8C37CFD-ED66-00E4-1429-CA240F0C630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1" name="Group 33">
            <a:extLst>
              <a:ext uri="{FF2B5EF4-FFF2-40B4-BE49-F238E27FC236}">
                <a16:creationId xmlns:a16="http://schemas.microsoft.com/office/drawing/2014/main" id="{B7361E88-9970-4E52-BCC2-4A721B71AEA0}"/>
              </a:ext>
            </a:extLst>
          </p:cNvPr>
          <p:cNvGrpSpPr/>
          <p:nvPr/>
        </p:nvGrpSpPr>
        <p:grpSpPr>
          <a:xfrm>
            <a:off x="2066383" y="2104006"/>
            <a:ext cx="4196304" cy="2543136"/>
            <a:chOff x="0" y="-57151"/>
            <a:chExt cx="4806131" cy="2730322"/>
          </a:xfrm>
        </p:grpSpPr>
        <p:sp>
          <p:nvSpPr>
            <p:cNvPr id="62" name="TextBox 34">
              <a:extLst>
                <a:ext uri="{FF2B5EF4-FFF2-40B4-BE49-F238E27FC236}">
                  <a16:creationId xmlns:a16="http://schemas.microsoft.com/office/drawing/2014/main" id="{00D202F9-E788-22A6-35AB-D5CADC4D7243}"/>
                </a:ext>
              </a:extLst>
            </p:cNvPr>
            <p:cNvSpPr txBox="1"/>
            <p:nvPr/>
          </p:nvSpPr>
          <p:spPr>
            <a:xfrm>
              <a:off x="700568" y="-57151"/>
              <a:ext cx="3404994" cy="8534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PHÂN TÍCH </a:t>
              </a:r>
            </a:p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YÊU CẦU</a:t>
              </a:r>
            </a:p>
          </p:txBody>
        </p:sp>
        <p:sp>
          <p:nvSpPr>
            <p:cNvPr id="63" name="TextBox 35">
              <a:extLst>
                <a:ext uri="{FF2B5EF4-FFF2-40B4-BE49-F238E27FC236}">
                  <a16:creationId xmlns:a16="http://schemas.microsoft.com/office/drawing/2014/main" id="{889FC040-685E-73D8-FFE2-4BF5F53D26B0}"/>
                </a:ext>
              </a:extLst>
            </p:cNvPr>
            <p:cNvSpPr txBox="1"/>
            <p:nvPr/>
          </p:nvSpPr>
          <p:spPr>
            <a:xfrm>
              <a:off x="0" y="1285363"/>
              <a:ext cx="4806131" cy="1387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"/>
                </a:rPr>
                <a:t>Tìm ra các yêu cầu</a:t>
              </a:r>
            </a:p>
            <a:p>
              <a:pPr algn="ctr"/>
              <a:r>
                <a:rPr lang="en-US" sz="280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"/>
                </a:rPr>
                <a:t> Xác định các tính năng cần thiết </a:t>
              </a:r>
            </a:p>
          </p:txBody>
        </p:sp>
      </p:grpSp>
      <p:grpSp>
        <p:nvGrpSpPr>
          <p:cNvPr id="64" name="Group 36">
            <a:extLst>
              <a:ext uri="{FF2B5EF4-FFF2-40B4-BE49-F238E27FC236}">
                <a16:creationId xmlns:a16="http://schemas.microsoft.com/office/drawing/2014/main" id="{BD2A3048-1C2C-0161-5F81-8220432F4A94}"/>
              </a:ext>
            </a:extLst>
          </p:cNvPr>
          <p:cNvGrpSpPr/>
          <p:nvPr/>
        </p:nvGrpSpPr>
        <p:grpSpPr>
          <a:xfrm>
            <a:off x="7946142" y="2132334"/>
            <a:ext cx="2589848" cy="2537765"/>
            <a:chOff x="0" y="-57151"/>
            <a:chExt cx="3453130" cy="2736306"/>
          </a:xfrm>
        </p:grpSpPr>
        <p:sp>
          <p:nvSpPr>
            <p:cNvPr id="65" name="TextBox 37">
              <a:extLst>
                <a:ext uri="{FF2B5EF4-FFF2-40B4-BE49-F238E27FC236}">
                  <a16:creationId xmlns:a16="http://schemas.microsoft.com/office/drawing/2014/main" id="{CB86A0BF-9E54-8D94-C84C-A154F4D16FF8}"/>
                </a:ext>
              </a:extLst>
            </p:cNvPr>
            <p:cNvSpPr txBox="1"/>
            <p:nvPr/>
          </p:nvSpPr>
          <p:spPr>
            <a:xfrm>
              <a:off x="503347" y="-57151"/>
              <a:ext cx="2446436" cy="11627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THIẾT KẾ </a:t>
              </a:r>
            </a:p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CSDL</a:t>
              </a:r>
            </a:p>
          </p:txBody>
        </p:sp>
        <p:sp>
          <p:nvSpPr>
            <p:cNvPr id="66" name="TextBox 38">
              <a:extLst>
                <a:ext uri="{FF2B5EF4-FFF2-40B4-BE49-F238E27FC236}">
                  <a16:creationId xmlns:a16="http://schemas.microsoft.com/office/drawing/2014/main" id="{210B1340-45D4-75DB-F4A0-77E456FC5235}"/>
                </a:ext>
              </a:extLst>
            </p:cNvPr>
            <p:cNvSpPr txBox="1"/>
            <p:nvPr/>
          </p:nvSpPr>
          <p:spPr>
            <a:xfrm>
              <a:off x="0" y="1285362"/>
              <a:ext cx="3453130" cy="1393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"/>
                </a:rPr>
                <a:t>Thiết kế cơ sở dữ liệu sử dụng MongoDB</a:t>
              </a:r>
            </a:p>
          </p:txBody>
        </p:sp>
      </p:grpSp>
      <p:grpSp>
        <p:nvGrpSpPr>
          <p:cNvPr id="67" name="Group 39">
            <a:extLst>
              <a:ext uri="{FF2B5EF4-FFF2-40B4-BE49-F238E27FC236}">
                <a16:creationId xmlns:a16="http://schemas.microsoft.com/office/drawing/2014/main" id="{49ED747F-4AB3-1F65-481B-C57249DC8E6C}"/>
              </a:ext>
            </a:extLst>
          </p:cNvPr>
          <p:cNvGrpSpPr/>
          <p:nvPr/>
        </p:nvGrpSpPr>
        <p:grpSpPr>
          <a:xfrm>
            <a:off x="5131653" y="6025691"/>
            <a:ext cx="3421056" cy="2211112"/>
            <a:chOff x="0" y="-57151"/>
            <a:chExt cx="4561408" cy="2199929"/>
          </a:xfrm>
        </p:grpSpPr>
        <p:sp>
          <p:nvSpPr>
            <p:cNvPr id="68" name="TextBox 40">
              <a:extLst>
                <a:ext uri="{FF2B5EF4-FFF2-40B4-BE49-F238E27FC236}">
                  <a16:creationId xmlns:a16="http://schemas.microsoft.com/office/drawing/2014/main" id="{4A10CE1B-3B17-A97C-A6C4-0E19619DC5D4}"/>
                </a:ext>
              </a:extLst>
            </p:cNvPr>
            <p:cNvSpPr txBox="1"/>
            <p:nvPr/>
          </p:nvSpPr>
          <p:spPr>
            <a:xfrm>
              <a:off x="664896" y="-57151"/>
              <a:ext cx="3231615" cy="867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THIẾT KẾ </a:t>
              </a:r>
            </a:p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GIAO DIỆN</a:t>
              </a:r>
            </a:p>
          </p:txBody>
        </p:sp>
        <p:sp>
          <p:nvSpPr>
            <p:cNvPr id="69" name="TextBox 41">
              <a:extLst>
                <a:ext uri="{FF2B5EF4-FFF2-40B4-BE49-F238E27FC236}">
                  <a16:creationId xmlns:a16="http://schemas.microsoft.com/office/drawing/2014/main" id="{2BE7B6A2-8862-6845-8FD0-78261B0B87BF}"/>
                </a:ext>
              </a:extLst>
            </p:cNvPr>
            <p:cNvSpPr txBox="1"/>
            <p:nvPr/>
          </p:nvSpPr>
          <p:spPr>
            <a:xfrm>
              <a:off x="0" y="1285363"/>
              <a:ext cx="4561408" cy="8574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"/>
                </a:rPr>
                <a:t>Thiết kế giao diện UI thân thiện</a:t>
              </a:r>
            </a:p>
          </p:txBody>
        </p:sp>
      </p:grpSp>
      <p:grpSp>
        <p:nvGrpSpPr>
          <p:cNvPr id="70" name="Group 45">
            <a:extLst>
              <a:ext uri="{FF2B5EF4-FFF2-40B4-BE49-F238E27FC236}">
                <a16:creationId xmlns:a16="http://schemas.microsoft.com/office/drawing/2014/main" id="{856544D9-C03B-4547-BAD9-DE323ACBDD42}"/>
              </a:ext>
            </a:extLst>
          </p:cNvPr>
          <p:cNvGrpSpPr/>
          <p:nvPr/>
        </p:nvGrpSpPr>
        <p:grpSpPr>
          <a:xfrm>
            <a:off x="12488229" y="2058967"/>
            <a:ext cx="3435470" cy="2096066"/>
            <a:chOff x="0" y="-57151"/>
            <a:chExt cx="4355127" cy="1330900"/>
          </a:xfrm>
        </p:grpSpPr>
        <p:sp>
          <p:nvSpPr>
            <p:cNvPr id="71" name="TextBox 46">
              <a:extLst>
                <a:ext uri="{FF2B5EF4-FFF2-40B4-BE49-F238E27FC236}">
                  <a16:creationId xmlns:a16="http://schemas.microsoft.com/office/drawing/2014/main" id="{5DA014A1-0200-32D5-8E1F-70C3A4653460}"/>
                </a:ext>
              </a:extLst>
            </p:cNvPr>
            <p:cNvSpPr txBox="1"/>
            <p:nvPr/>
          </p:nvSpPr>
          <p:spPr>
            <a:xfrm>
              <a:off x="634829" y="-57151"/>
              <a:ext cx="3085472" cy="7211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KIỂM THỬ &amp; </a:t>
              </a:r>
            </a:p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HOÀN THIỆN</a:t>
              </a:r>
            </a:p>
          </p:txBody>
        </p:sp>
        <p:sp>
          <p:nvSpPr>
            <p:cNvPr id="72" name="TextBox 47">
              <a:extLst>
                <a:ext uri="{FF2B5EF4-FFF2-40B4-BE49-F238E27FC236}">
                  <a16:creationId xmlns:a16="http://schemas.microsoft.com/office/drawing/2014/main" id="{AC6E99F2-6BD3-2A95-6C1F-8E972C60B56F}"/>
                </a:ext>
              </a:extLst>
            </p:cNvPr>
            <p:cNvSpPr txBox="1"/>
            <p:nvPr/>
          </p:nvSpPr>
          <p:spPr>
            <a:xfrm>
              <a:off x="0" y="726564"/>
              <a:ext cx="4355127" cy="5471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 b="0" i="0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Kiểm thử và hoàn thiện các tính năng, giao diện</a:t>
              </a:r>
              <a:endParaRPr lang="en-US" sz="28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Liberation Sans"/>
              </a:endParaRPr>
            </a:p>
          </p:txBody>
        </p:sp>
      </p:grpSp>
      <p:sp>
        <p:nvSpPr>
          <p:cNvPr id="76" name="Freeform 13">
            <a:extLst>
              <a:ext uri="{FF2B5EF4-FFF2-40B4-BE49-F238E27FC236}">
                <a16:creationId xmlns:a16="http://schemas.microsoft.com/office/drawing/2014/main" id="{D22C71CA-DD4B-67F3-4652-9BB1F68E4ECC}"/>
              </a:ext>
            </a:extLst>
          </p:cNvPr>
          <p:cNvSpPr/>
          <p:nvPr/>
        </p:nvSpPr>
        <p:spPr>
          <a:xfrm>
            <a:off x="10587624" y="7010920"/>
            <a:ext cx="649846" cy="833136"/>
          </a:xfrm>
          <a:custGeom>
            <a:avLst/>
            <a:gdLst/>
            <a:ahLst/>
            <a:cxnLst/>
            <a:rect l="l" t="t" r="r" b="b"/>
            <a:pathLst>
              <a:path w="649846" h="833136">
                <a:moveTo>
                  <a:pt x="0" y="0"/>
                </a:moveTo>
                <a:lnTo>
                  <a:pt x="649846" y="0"/>
                </a:lnTo>
                <a:lnTo>
                  <a:pt x="649846" y="833136"/>
                </a:lnTo>
                <a:lnTo>
                  <a:pt x="0" y="833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7" name="Group 36">
            <a:extLst>
              <a:ext uri="{FF2B5EF4-FFF2-40B4-BE49-F238E27FC236}">
                <a16:creationId xmlns:a16="http://schemas.microsoft.com/office/drawing/2014/main" id="{7437A9E0-C473-B2AB-59CA-506C3F9A4130}"/>
              </a:ext>
            </a:extLst>
          </p:cNvPr>
          <p:cNvGrpSpPr/>
          <p:nvPr/>
        </p:nvGrpSpPr>
        <p:grpSpPr>
          <a:xfrm>
            <a:off x="9909368" y="5836743"/>
            <a:ext cx="3703247" cy="2825825"/>
            <a:chOff x="0" y="-61879"/>
            <a:chExt cx="3453130" cy="5670434"/>
          </a:xfrm>
        </p:grpSpPr>
        <p:sp>
          <p:nvSpPr>
            <p:cNvPr id="78" name="TextBox 37">
              <a:extLst>
                <a:ext uri="{FF2B5EF4-FFF2-40B4-BE49-F238E27FC236}">
                  <a16:creationId xmlns:a16="http://schemas.microsoft.com/office/drawing/2014/main" id="{2217DB23-9767-9D13-8D67-330D77079050}"/>
                </a:ext>
              </a:extLst>
            </p:cNvPr>
            <p:cNvSpPr txBox="1"/>
            <p:nvPr/>
          </p:nvSpPr>
          <p:spPr>
            <a:xfrm>
              <a:off x="150665" y="-61879"/>
              <a:ext cx="3205590" cy="8749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>
                  <a:solidFill>
                    <a:srgbClr val="151857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  <a:sym typeface="Liberation Sans Bold"/>
                </a:rPr>
                <a:t>TRIỂN KHAI</a:t>
              </a:r>
            </a:p>
          </p:txBody>
        </p:sp>
        <p:sp>
          <p:nvSpPr>
            <p:cNvPr id="79" name="TextBox 38">
              <a:extLst>
                <a:ext uri="{FF2B5EF4-FFF2-40B4-BE49-F238E27FC236}">
                  <a16:creationId xmlns:a16="http://schemas.microsoft.com/office/drawing/2014/main" id="{7A7A6EDA-F786-378C-6637-1F57FB29A2BC}"/>
                </a:ext>
              </a:extLst>
            </p:cNvPr>
            <p:cNvSpPr txBox="1"/>
            <p:nvPr/>
          </p:nvSpPr>
          <p:spPr>
            <a:xfrm>
              <a:off x="0" y="1285362"/>
              <a:ext cx="3453130" cy="4323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Backend: Xây dựng</a:t>
              </a:r>
              <a:b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</a:br>
              <a: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API với NestJs</a:t>
              </a:r>
              <a:endParaRPr lang="en-US" sz="2800" b="0" i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  <a:p>
              <a:pPr algn="ctr"/>
              <a: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Frontend: Phát triển</a:t>
              </a:r>
              <a:b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</a:br>
              <a: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giao diện bằng</a:t>
              </a:r>
              <a:b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</a:br>
              <a:r>
                <a:rPr lang="en-US" sz="2800" b="0" i="0" u="none" strike="noStrike">
                  <a:effectLst/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Reactjs</a:t>
              </a:r>
              <a:endParaRPr lang="en-US" sz="2800" b="0" i="0"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4F8F05F-AC4C-1AAC-FE50-172EC34D3DD4}"/>
              </a:ext>
            </a:extLst>
          </p:cNvPr>
          <p:cNvSpPr txBox="1"/>
          <p:nvPr/>
        </p:nvSpPr>
        <p:spPr>
          <a:xfrm>
            <a:off x="1355078" y="392055"/>
            <a:ext cx="76803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3. QUY TRÌNH PHÁT TRIỂN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071C4F-1416-8D67-1EA3-1FF5885D89B3}"/>
              </a:ext>
            </a:extLst>
          </p:cNvPr>
          <p:cNvSpPr txBox="1"/>
          <p:nvPr/>
        </p:nvSpPr>
        <p:spPr>
          <a:xfrm>
            <a:off x="3942361" y="5175200"/>
            <a:ext cx="876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DA922-7BEE-347C-067B-4D381F852B03}"/>
              </a:ext>
            </a:extLst>
          </p:cNvPr>
          <p:cNvSpPr txBox="1"/>
          <p:nvPr/>
        </p:nvSpPr>
        <p:spPr>
          <a:xfrm>
            <a:off x="6147870" y="4215465"/>
            <a:ext cx="1380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82630-2204-A0B9-5ECD-74611CD4D108}"/>
              </a:ext>
            </a:extLst>
          </p:cNvPr>
          <p:cNvSpPr txBox="1"/>
          <p:nvPr/>
        </p:nvSpPr>
        <p:spPr>
          <a:xfrm>
            <a:off x="8838403" y="5133210"/>
            <a:ext cx="930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  <a:endParaRPr lang="en-US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EDB51-492E-C7F0-EFC9-D93AB9EBB905}"/>
              </a:ext>
            </a:extLst>
          </p:cNvPr>
          <p:cNvSpPr txBox="1"/>
          <p:nvPr/>
        </p:nvSpPr>
        <p:spPr>
          <a:xfrm>
            <a:off x="11275686" y="4221981"/>
            <a:ext cx="930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  <a:endParaRPr lang="en-US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395E0-AF66-1429-CBF7-DD9CC4923C3D}"/>
              </a:ext>
            </a:extLst>
          </p:cNvPr>
          <p:cNvSpPr txBox="1"/>
          <p:nvPr/>
        </p:nvSpPr>
        <p:spPr>
          <a:xfrm>
            <a:off x="13740962" y="5157600"/>
            <a:ext cx="9300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  <a:endParaRPr lang="en-US" sz="4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E4F135-DA2A-CC5D-A99C-B67DF7F34C27}"/>
              </a:ext>
            </a:extLst>
          </p:cNvPr>
          <p:cNvSpPr txBox="1"/>
          <p:nvPr/>
        </p:nvSpPr>
        <p:spPr>
          <a:xfrm>
            <a:off x="16864771" y="8907885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6B13BE4F-DF9B-FA82-E8AB-9801CCD21E57}"/>
              </a:ext>
            </a:extLst>
          </p:cNvPr>
          <p:cNvSpPr txBox="1"/>
          <p:nvPr/>
        </p:nvSpPr>
        <p:spPr>
          <a:xfrm>
            <a:off x="1295400" y="266700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4. CHỨC NĂNG CHÍNH</a:t>
            </a:r>
          </a:p>
        </p:txBody>
      </p:sp>
      <p:sp>
        <p:nvSpPr>
          <p:cNvPr id="16" name="Freeform 16"/>
          <p:cNvSpPr/>
          <p:nvPr/>
        </p:nvSpPr>
        <p:spPr>
          <a:xfrm>
            <a:off x="-1066800" y="8648700"/>
            <a:ext cx="4600284" cy="4111504"/>
          </a:xfrm>
          <a:custGeom>
            <a:avLst/>
            <a:gdLst/>
            <a:ahLst/>
            <a:cxnLst/>
            <a:rect l="l" t="t" r="r" b="b"/>
            <a:pathLst>
              <a:path w="4600284" h="4111504">
                <a:moveTo>
                  <a:pt x="0" y="0"/>
                </a:moveTo>
                <a:lnTo>
                  <a:pt x="4600284" y="0"/>
                </a:lnTo>
                <a:lnTo>
                  <a:pt x="4600284" y="4111503"/>
                </a:lnTo>
                <a:lnTo>
                  <a:pt x="0" y="4111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BE13BC6-57E5-611E-2AD7-78CEF13FC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12170"/>
              </p:ext>
            </p:extLst>
          </p:nvPr>
        </p:nvGraphicFramePr>
        <p:xfrm>
          <a:off x="1143000" y="1485900"/>
          <a:ext cx="15979875" cy="7957360"/>
        </p:xfrm>
        <a:graphic>
          <a:graphicData uri="http://schemas.openxmlformats.org/drawingml/2006/table">
            <a:tbl>
              <a:tblPr firstRow="1" bandRow="1"/>
              <a:tblGrid>
                <a:gridCol w="1205378">
                  <a:extLst>
                    <a:ext uri="{9D8B030D-6E8A-4147-A177-3AD203B41FA5}">
                      <a16:colId xmlns:a16="http://schemas.microsoft.com/office/drawing/2014/main" val="2698706235"/>
                    </a:ext>
                  </a:extLst>
                </a:gridCol>
                <a:gridCol w="9211898">
                  <a:extLst>
                    <a:ext uri="{9D8B030D-6E8A-4147-A177-3AD203B41FA5}">
                      <a16:colId xmlns:a16="http://schemas.microsoft.com/office/drawing/2014/main" val="14040432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2926357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169228631"/>
                    </a:ext>
                  </a:extLst>
                </a:gridCol>
                <a:gridCol w="1676399">
                  <a:extLst>
                    <a:ext uri="{9D8B030D-6E8A-4147-A177-3AD203B41FA5}">
                      <a16:colId xmlns:a16="http://schemas.microsoft.com/office/drawing/2014/main" val="779941388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#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Chức năng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Khách hàng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Nhà cung cấp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1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Quản trị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E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43756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Đăng ký / Đăng nhập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25543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2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Tìm kiếm &amp; xem chi tiết sản phẩm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0949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3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Thêm giỏ hàng, đặt hàng, theo dõi trạng thái đơn hàng, đánh giá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501476"/>
                  </a:ext>
                </a:extLst>
              </a:tr>
              <a:tr h="198685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4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Đăng sản phẩm (chờ duyệt)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756214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5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Duyệt sản phẩm 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123385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6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Quản lý danh mục nông sản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30333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7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Xem &amp; xử lý đơn hàng (xác nhận, giao hàng, hoàn thành, huỷ)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030648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8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Thống kê doanh thu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297701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9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Quản lý người dùng (xem, khoá/mở khoá)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20677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10</a:t>
                      </a: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vi-VN" sz="2800" b="0" i="0" u="none" strike="noStrike" kern="120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Xem tất cả đơn hàng &amp; trạng thái</a:t>
                      </a:r>
                      <a:endParaRPr lang="vi-VN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endParaRPr lang="en-US" sz="2800" b="0" i="0" u="none" strike="noStrike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3919" marR="63919" marT="31960" marB="31960" anchor="ctr">
                    <a:lnL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CA9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984794"/>
                  </a:ext>
                </a:extLst>
              </a:tr>
            </a:tbl>
          </a:graphicData>
        </a:graphic>
      </p:graphicFrame>
      <p:pic>
        <p:nvPicPr>
          <p:cNvPr id="34" name="Graphic 10" descr="Checkmark with solid fill">
            <a:extLst>
              <a:ext uri="{FF2B5EF4-FFF2-40B4-BE49-F238E27FC236}">
                <a16:creationId xmlns:a16="http://schemas.microsoft.com/office/drawing/2014/main" id="{28609BF1-6360-BB4F-709D-A036BDD74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06800" y="2628900"/>
            <a:ext cx="457200" cy="457200"/>
          </a:xfrm>
          <a:prstGeom prst="rect">
            <a:avLst/>
          </a:prstGeom>
        </p:spPr>
      </p:pic>
      <p:pic>
        <p:nvPicPr>
          <p:cNvPr id="35" name="Graphic 10" descr="Checkmark with solid fill">
            <a:extLst>
              <a:ext uri="{FF2B5EF4-FFF2-40B4-BE49-F238E27FC236}">
                <a16:creationId xmlns:a16="http://schemas.microsoft.com/office/drawing/2014/main" id="{7F07FDFA-BAC9-F484-8403-308EE202A4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3329" y="2628900"/>
            <a:ext cx="457200" cy="457200"/>
          </a:xfrm>
          <a:prstGeom prst="rect">
            <a:avLst/>
          </a:prstGeom>
        </p:spPr>
      </p:pic>
      <p:pic>
        <p:nvPicPr>
          <p:cNvPr id="36" name="Graphic 10" descr="Checkmark with solid fill">
            <a:extLst>
              <a:ext uri="{FF2B5EF4-FFF2-40B4-BE49-F238E27FC236}">
                <a16:creationId xmlns:a16="http://schemas.microsoft.com/office/drawing/2014/main" id="{A73C3F56-C20E-5D30-2DC7-936DFA534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74590" y="2552700"/>
            <a:ext cx="457200" cy="457200"/>
          </a:xfrm>
          <a:prstGeom prst="rect">
            <a:avLst/>
          </a:prstGeom>
        </p:spPr>
      </p:pic>
      <p:pic>
        <p:nvPicPr>
          <p:cNvPr id="37" name="Graphic 10" descr="Checkmark with solid fill">
            <a:extLst>
              <a:ext uri="{FF2B5EF4-FFF2-40B4-BE49-F238E27FC236}">
                <a16:creationId xmlns:a16="http://schemas.microsoft.com/office/drawing/2014/main" id="{0334E36C-FEA8-25A5-24EB-A18CC6EF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74590" y="3207004"/>
            <a:ext cx="457200" cy="457200"/>
          </a:xfrm>
          <a:prstGeom prst="rect">
            <a:avLst/>
          </a:prstGeom>
        </p:spPr>
      </p:pic>
      <p:pic>
        <p:nvPicPr>
          <p:cNvPr id="38" name="Graphic 10" descr="Checkmark with solid fill">
            <a:extLst>
              <a:ext uri="{FF2B5EF4-FFF2-40B4-BE49-F238E27FC236}">
                <a16:creationId xmlns:a16="http://schemas.microsoft.com/office/drawing/2014/main" id="{8BB667F7-FCCA-5687-0AF7-5773D10E1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74590" y="4000500"/>
            <a:ext cx="457200" cy="457200"/>
          </a:xfrm>
          <a:prstGeom prst="rect">
            <a:avLst/>
          </a:prstGeom>
        </p:spPr>
      </p:pic>
      <p:pic>
        <p:nvPicPr>
          <p:cNvPr id="39" name="Graphic 10" descr="Checkmark with solid fill">
            <a:extLst>
              <a:ext uri="{FF2B5EF4-FFF2-40B4-BE49-F238E27FC236}">
                <a16:creationId xmlns:a16="http://schemas.microsoft.com/office/drawing/2014/main" id="{67F291CC-B600-8ADA-EFBB-28F91333C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71358" y="4762500"/>
            <a:ext cx="457200" cy="457200"/>
          </a:xfrm>
          <a:prstGeom prst="rect">
            <a:avLst/>
          </a:prstGeom>
        </p:spPr>
      </p:pic>
      <p:pic>
        <p:nvPicPr>
          <p:cNvPr id="40" name="Graphic 10" descr="Checkmark with solid fill">
            <a:extLst>
              <a:ext uri="{FF2B5EF4-FFF2-40B4-BE49-F238E27FC236}">
                <a16:creationId xmlns:a16="http://schemas.microsoft.com/office/drawing/2014/main" id="{82CC0C06-2F1C-0B79-3EEA-6CAA41C121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078200" y="5372100"/>
            <a:ext cx="457200" cy="457200"/>
          </a:xfrm>
          <a:prstGeom prst="rect">
            <a:avLst/>
          </a:prstGeom>
        </p:spPr>
      </p:pic>
      <p:pic>
        <p:nvPicPr>
          <p:cNvPr id="41" name="Graphic 10" descr="Checkmark with solid fill">
            <a:extLst>
              <a:ext uri="{FF2B5EF4-FFF2-40B4-BE49-F238E27FC236}">
                <a16:creationId xmlns:a16="http://schemas.microsoft.com/office/drawing/2014/main" id="{D0BE95AD-A19E-E73E-4415-C59ED3C3C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54400" y="6057900"/>
            <a:ext cx="457200" cy="457200"/>
          </a:xfrm>
          <a:prstGeom prst="rect">
            <a:avLst/>
          </a:prstGeom>
        </p:spPr>
      </p:pic>
      <p:pic>
        <p:nvPicPr>
          <p:cNvPr id="42" name="Graphic 10" descr="Checkmark with solid fill">
            <a:extLst>
              <a:ext uri="{FF2B5EF4-FFF2-40B4-BE49-F238E27FC236}">
                <a16:creationId xmlns:a16="http://schemas.microsoft.com/office/drawing/2014/main" id="{8B68E8D1-2D13-780C-C7DF-769AD2BA2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3329" y="6782525"/>
            <a:ext cx="457200" cy="457200"/>
          </a:xfrm>
          <a:prstGeom prst="rect">
            <a:avLst/>
          </a:prstGeom>
        </p:spPr>
      </p:pic>
      <p:pic>
        <p:nvPicPr>
          <p:cNvPr id="43" name="Graphic 10" descr="Checkmark with solid fill">
            <a:extLst>
              <a:ext uri="{FF2B5EF4-FFF2-40B4-BE49-F238E27FC236}">
                <a16:creationId xmlns:a16="http://schemas.microsoft.com/office/drawing/2014/main" id="{94C955B7-E44A-DAB1-8D7A-332773BB6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54400" y="7505700"/>
            <a:ext cx="457200" cy="457200"/>
          </a:xfrm>
          <a:prstGeom prst="rect">
            <a:avLst/>
          </a:prstGeom>
        </p:spPr>
      </p:pic>
      <p:pic>
        <p:nvPicPr>
          <p:cNvPr id="44" name="Graphic 10" descr="Checkmark with solid fill">
            <a:extLst>
              <a:ext uri="{FF2B5EF4-FFF2-40B4-BE49-F238E27FC236}">
                <a16:creationId xmlns:a16="http://schemas.microsoft.com/office/drawing/2014/main" id="{737A2A92-0F01-CBCF-10BD-8D2149C416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23329" y="7477144"/>
            <a:ext cx="457200" cy="457200"/>
          </a:xfrm>
          <a:prstGeom prst="rect">
            <a:avLst/>
          </a:prstGeom>
        </p:spPr>
      </p:pic>
      <p:pic>
        <p:nvPicPr>
          <p:cNvPr id="45" name="Graphic 10" descr="Checkmark with solid fill">
            <a:extLst>
              <a:ext uri="{FF2B5EF4-FFF2-40B4-BE49-F238E27FC236}">
                <a16:creationId xmlns:a16="http://schemas.microsoft.com/office/drawing/2014/main" id="{FFAC147E-FD73-614C-6083-C9D4D4C17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76523" y="8175675"/>
            <a:ext cx="457200" cy="457200"/>
          </a:xfrm>
          <a:prstGeom prst="rect">
            <a:avLst/>
          </a:prstGeom>
        </p:spPr>
      </p:pic>
      <p:pic>
        <p:nvPicPr>
          <p:cNvPr id="46" name="Graphic 10" descr="Checkmark with solid fill">
            <a:extLst>
              <a:ext uri="{FF2B5EF4-FFF2-40B4-BE49-F238E27FC236}">
                <a16:creationId xmlns:a16="http://schemas.microsoft.com/office/drawing/2014/main" id="{88A6F6B3-DE40-36A2-177A-241AB34D0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30600" y="8953500"/>
            <a:ext cx="457200" cy="457200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 rot="-2979896">
            <a:off x="16450635" y="-1076749"/>
            <a:ext cx="1947541" cy="4210899"/>
          </a:xfrm>
          <a:custGeom>
            <a:avLst/>
            <a:gdLst/>
            <a:ahLst/>
            <a:cxnLst/>
            <a:rect l="l" t="t" r="r" b="b"/>
            <a:pathLst>
              <a:path w="1947541" h="4210899">
                <a:moveTo>
                  <a:pt x="0" y="0"/>
                </a:moveTo>
                <a:lnTo>
                  <a:pt x="1947540" y="0"/>
                </a:lnTo>
                <a:lnTo>
                  <a:pt x="1947540" y="4210898"/>
                </a:lnTo>
                <a:lnTo>
                  <a:pt x="0" y="42108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E4221E-4D96-5FBC-E1BA-E9F8947457A8}"/>
              </a:ext>
            </a:extLst>
          </p:cNvPr>
          <p:cNvSpPr txBox="1"/>
          <p:nvPr/>
        </p:nvSpPr>
        <p:spPr>
          <a:xfrm>
            <a:off x="17107635" y="9174480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5851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-9557505">
            <a:off x="-357601" y="-1794859"/>
            <a:ext cx="1965371" cy="3589719"/>
          </a:xfrm>
          <a:custGeom>
            <a:avLst/>
            <a:gdLst/>
            <a:ahLst/>
            <a:cxnLst/>
            <a:rect l="l" t="t" r="r" b="b"/>
            <a:pathLst>
              <a:path w="1965371" h="3589719">
                <a:moveTo>
                  <a:pt x="0" y="0"/>
                </a:moveTo>
                <a:lnTo>
                  <a:pt x="1965371" y="0"/>
                </a:lnTo>
                <a:lnTo>
                  <a:pt x="1965371" y="3589718"/>
                </a:lnTo>
                <a:lnTo>
                  <a:pt x="0" y="3589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00288">
            <a:off x="15000510" y="-2374652"/>
            <a:ext cx="7298980" cy="4114800"/>
          </a:xfrm>
          <a:custGeom>
            <a:avLst/>
            <a:gdLst/>
            <a:ahLst/>
            <a:cxnLst/>
            <a:rect l="l" t="t" r="r" b="b"/>
            <a:pathLst>
              <a:path w="7298980" h="4114800">
                <a:moveTo>
                  <a:pt x="0" y="0"/>
                </a:moveTo>
                <a:lnTo>
                  <a:pt x="7298980" y="0"/>
                </a:lnTo>
                <a:lnTo>
                  <a:pt x="7298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27227" y="8893444"/>
            <a:ext cx="2184260" cy="1870273"/>
          </a:xfrm>
          <a:custGeom>
            <a:avLst/>
            <a:gdLst/>
            <a:ahLst/>
            <a:cxnLst/>
            <a:rect l="l" t="t" r="r" b="b"/>
            <a:pathLst>
              <a:path w="2184260" h="1870273">
                <a:moveTo>
                  <a:pt x="0" y="0"/>
                </a:moveTo>
                <a:lnTo>
                  <a:pt x="2184260" y="0"/>
                </a:lnTo>
                <a:lnTo>
                  <a:pt x="2184260" y="1870272"/>
                </a:lnTo>
                <a:lnTo>
                  <a:pt x="0" y="1870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37747" y="4628615"/>
            <a:ext cx="65161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anticipate a profit of </a:t>
            </a:r>
            <a:r>
              <a:rPr lang="en-US" sz="20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within the first year of implementation, with growth projected to increase as brand awareness builds.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7747" y="3381375"/>
            <a:ext cx="2445489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Profit Projections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7747" y="3723739"/>
            <a:ext cx="244548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46897-BE2B-302C-2F0F-C72A27D1F59B}"/>
              </a:ext>
            </a:extLst>
          </p:cNvPr>
          <p:cNvSpPr txBox="1"/>
          <p:nvPr/>
        </p:nvSpPr>
        <p:spPr>
          <a:xfrm>
            <a:off x="1653789" y="595519"/>
            <a:ext cx="11754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GIAO DIỆN 1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69E83-36CF-1BCA-30CE-A366FC15C3FF}"/>
              </a:ext>
            </a:extLst>
          </p:cNvPr>
          <p:cNvSpPr txBox="1"/>
          <p:nvPr/>
        </p:nvSpPr>
        <p:spPr>
          <a:xfrm>
            <a:off x="16427227" y="8893444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30D2B0-2384-2F68-5510-AAF68B179C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8962" y="1780350"/>
            <a:ext cx="13237744" cy="75803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-9557505">
            <a:off x="-357601" y="-1794859"/>
            <a:ext cx="1965371" cy="3589719"/>
          </a:xfrm>
          <a:custGeom>
            <a:avLst/>
            <a:gdLst/>
            <a:ahLst/>
            <a:cxnLst/>
            <a:rect l="l" t="t" r="r" b="b"/>
            <a:pathLst>
              <a:path w="1965371" h="3589719">
                <a:moveTo>
                  <a:pt x="0" y="0"/>
                </a:moveTo>
                <a:lnTo>
                  <a:pt x="1965371" y="0"/>
                </a:lnTo>
                <a:lnTo>
                  <a:pt x="1965371" y="3589718"/>
                </a:lnTo>
                <a:lnTo>
                  <a:pt x="0" y="3589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00288">
            <a:off x="15000510" y="-2374652"/>
            <a:ext cx="7298980" cy="4114800"/>
          </a:xfrm>
          <a:custGeom>
            <a:avLst/>
            <a:gdLst/>
            <a:ahLst/>
            <a:cxnLst/>
            <a:rect l="l" t="t" r="r" b="b"/>
            <a:pathLst>
              <a:path w="7298980" h="4114800">
                <a:moveTo>
                  <a:pt x="0" y="0"/>
                </a:moveTo>
                <a:lnTo>
                  <a:pt x="7298980" y="0"/>
                </a:lnTo>
                <a:lnTo>
                  <a:pt x="7298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27227" y="8893444"/>
            <a:ext cx="2184260" cy="1870273"/>
          </a:xfrm>
          <a:custGeom>
            <a:avLst/>
            <a:gdLst/>
            <a:ahLst/>
            <a:cxnLst/>
            <a:rect l="l" t="t" r="r" b="b"/>
            <a:pathLst>
              <a:path w="2184260" h="1870273">
                <a:moveTo>
                  <a:pt x="0" y="0"/>
                </a:moveTo>
                <a:lnTo>
                  <a:pt x="2184260" y="0"/>
                </a:lnTo>
                <a:lnTo>
                  <a:pt x="2184260" y="1870272"/>
                </a:lnTo>
                <a:lnTo>
                  <a:pt x="0" y="1870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37747" y="4628615"/>
            <a:ext cx="65161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anticipate a profit of </a:t>
            </a:r>
            <a:r>
              <a:rPr lang="en-US" sz="20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within the first year of implementation, with growth projected to increase as brand awareness builds.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7747" y="3381375"/>
            <a:ext cx="2445489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Profit Projections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7747" y="3723739"/>
            <a:ext cx="244548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46897-BE2B-302C-2F0F-C72A27D1F59B}"/>
              </a:ext>
            </a:extLst>
          </p:cNvPr>
          <p:cNvSpPr txBox="1"/>
          <p:nvPr/>
        </p:nvSpPr>
        <p:spPr>
          <a:xfrm>
            <a:off x="1653789" y="595519"/>
            <a:ext cx="11754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GIAO DIỆN 2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69E83-36CF-1BCA-30CE-A366FC15C3FF}"/>
              </a:ext>
            </a:extLst>
          </p:cNvPr>
          <p:cNvSpPr txBox="1"/>
          <p:nvPr/>
        </p:nvSpPr>
        <p:spPr>
          <a:xfrm>
            <a:off x="15815437" y="8913230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21C59-657D-EC97-B35B-CA6F837E7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6170" y="1779588"/>
            <a:ext cx="13478933" cy="7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4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 rot="-9557505">
            <a:off x="-357601" y="-1794859"/>
            <a:ext cx="1965371" cy="3589719"/>
          </a:xfrm>
          <a:custGeom>
            <a:avLst/>
            <a:gdLst/>
            <a:ahLst/>
            <a:cxnLst/>
            <a:rect l="l" t="t" r="r" b="b"/>
            <a:pathLst>
              <a:path w="1965371" h="3589719">
                <a:moveTo>
                  <a:pt x="0" y="0"/>
                </a:moveTo>
                <a:lnTo>
                  <a:pt x="1965371" y="0"/>
                </a:lnTo>
                <a:lnTo>
                  <a:pt x="1965371" y="3589718"/>
                </a:lnTo>
                <a:lnTo>
                  <a:pt x="0" y="3589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500288">
            <a:off x="15000510" y="-2374652"/>
            <a:ext cx="7298980" cy="4114800"/>
          </a:xfrm>
          <a:custGeom>
            <a:avLst/>
            <a:gdLst/>
            <a:ahLst/>
            <a:cxnLst/>
            <a:rect l="l" t="t" r="r" b="b"/>
            <a:pathLst>
              <a:path w="7298980" h="4114800">
                <a:moveTo>
                  <a:pt x="0" y="0"/>
                </a:moveTo>
                <a:lnTo>
                  <a:pt x="7298980" y="0"/>
                </a:lnTo>
                <a:lnTo>
                  <a:pt x="7298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611600" y="8916304"/>
            <a:ext cx="2184260" cy="1870273"/>
          </a:xfrm>
          <a:custGeom>
            <a:avLst/>
            <a:gdLst/>
            <a:ahLst/>
            <a:cxnLst/>
            <a:rect l="l" t="t" r="r" b="b"/>
            <a:pathLst>
              <a:path w="2184260" h="1870273">
                <a:moveTo>
                  <a:pt x="0" y="0"/>
                </a:moveTo>
                <a:lnTo>
                  <a:pt x="2184260" y="0"/>
                </a:lnTo>
                <a:lnTo>
                  <a:pt x="2184260" y="1870272"/>
                </a:lnTo>
                <a:lnTo>
                  <a:pt x="0" y="1870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37747" y="4628615"/>
            <a:ext cx="6516100" cy="113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anticipate a profit of </a:t>
            </a:r>
            <a:r>
              <a:rPr lang="en-US" sz="209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  <a:r>
              <a:rPr lang="en-US" sz="20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within the first year of implementation, with growth projected to increase as brand awareness builds.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7747" y="3381375"/>
            <a:ext cx="2445489" cy="39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Profit Projections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7747" y="3723739"/>
            <a:ext cx="2445489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$500,000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646897-BE2B-302C-2F0F-C72A27D1F59B}"/>
              </a:ext>
            </a:extLst>
          </p:cNvPr>
          <p:cNvSpPr txBox="1"/>
          <p:nvPr/>
        </p:nvSpPr>
        <p:spPr>
          <a:xfrm>
            <a:off x="1653789" y="595519"/>
            <a:ext cx="117548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GIAO DIỆN 3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69E83-36CF-1BCA-30CE-A366FC15C3FF}"/>
              </a:ext>
            </a:extLst>
          </p:cNvPr>
          <p:cNvSpPr txBox="1"/>
          <p:nvPr/>
        </p:nvSpPr>
        <p:spPr>
          <a:xfrm>
            <a:off x="16611600" y="8916304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B1B8A-D07F-636C-0538-712548222A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7525" y="1757490"/>
            <a:ext cx="13476224" cy="758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4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/>
          <p:cNvSpPr/>
          <p:nvPr/>
        </p:nvSpPr>
        <p:spPr>
          <a:xfrm rot="2700000">
            <a:off x="-2859270" y="8838818"/>
            <a:ext cx="5355627" cy="2820164"/>
          </a:xfrm>
          <a:custGeom>
            <a:avLst/>
            <a:gdLst/>
            <a:ahLst/>
            <a:cxnLst/>
            <a:rect l="l" t="t" r="r" b="b"/>
            <a:pathLst>
              <a:path w="5355627" h="2820164">
                <a:moveTo>
                  <a:pt x="0" y="0"/>
                </a:moveTo>
                <a:lnTo>
                  <a:pt x="5355627" y="0"/>
                </a:lnTo>
                <a:lnTo>
                  <a:pt x="5355627" y="2820164"/>
                </a:lnTo>
                <a:lnTo>
                  <a:pt x="0" y="2820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2854" r="-16411" b="-13051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39518" y="9119861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7"/>
                </a:lnTo>
                <a:lnTo>
                  <a:pt x="0" y="613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19" name="Freeform 19"/>
          <p:cNvSpPr/>
          <p:nvPr/>
        </p:nvSpPr>
        <p:spPr>
          <a:xfrm rot="2800698">
            <a:off x="16330625" y="6915317"/>
            <a:ext cx="2749918" cy="5022681"/>
          </a:xfrm>
          <a:custGeom>
            <a:avLst/>
            <a:gdLst/>
            <a:ahLst/>
            <a:cxnLst/>
            <a:rect l="l" t="t" r="r" b="b"/>
            <a:pathLst>
              <a:path w="2749918" h="5022681">
                <a:moveTo>
                  <a:pt x="0" y="0"/>
                </a:moveTo>
                <a:lnTo>
                  <a:pt x="2749918" y="0"/>
                </a:lnTo>
                <a:lnTo>
                  <a:pt x="2749918" y="5022681"/>
                </a:lnTo>
                <a:lnTo>
                  <a:pt x="0" y="50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451CB-4F79-D23C-F9B5-0031372DE7E8}"/>
              </a:ext>
            </a:extLst>
          </p:cNvPr>
          <p:cNvSpPr txBox="1"/>
          <p:nvPr/>
        </p:nvSpPr>
        <p:spPr>
          <a:xfrm>
            <a:off x="1268165" y="1558144"/>
            <a:ext cx="16268700" cy="611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999"/>
              </a:lnSpc>
            </a:pP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Xây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ựng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hành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ông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àn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hương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ại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Đ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iện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ử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Lĩnh Vực N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ông 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ản</a:t>
            </a:r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Ở</a:t>
            </a:r>
            <a:r>
              <a:rPr lang="vi-VN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Trà Vinh</a:t>
            </a:r>
            <a:endParaRPr lang="en-US" sz="4000" b="1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1028700" lvl="1" indent="-571500">
              <a:lnSpc>
                <a:spcPts val="7999"/>
              </a:lnSpc>
              <a:buFont typeface="Arial" panose="020B0604020202020204" pitchFamily="34" charset="0"/>
              <a:buChar char="•"/>
            </a:pPr>
            <a:r>
              <a:rPr lang="en-US" sz="400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H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ỗ trợ quản lý sản phẩm, giỏ hàng, đặt hàng, thanh toán, quản lý đơn hàng.</a:t>
            </a:r>
            <a:endParaRPr lang="en-US" sz="400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1028700" lvl="1" indent="-571500">
              <a:lnSpc>
                <a:spcPts val="7999"/>
              </a:lnSpc>
              <a:buFont typeface="Arial" panose="020B0604020202020204" pitchFamily="34" charset="0"/>
              <a:buChar char="•"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Báo cáo, thống kê doanh thu, quản lý người dùng.</a:t>
            </a:r>
            <a:endParaRPr lang="en-US" sz="400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  <a:sym typeface="Roboto Condensed"/>
            </a:endParaRPr>
          </a:p>
          <a:p>
            <a:pPr algn="l">
              <a:lnSpc>
                <a:spcPts val="7999"/>
              </a:lnSpc>
            </a:pPr>
            <a:r>
              <a:rPr lang="en-US" sz="4000" b="1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 Bold"/>
              </a:rPr>
              <a:t>Nâng Cao Kiến Thức và Kỹ Năng</a:t>
            </a:r>
          </a:p>
          <a:p>
            <a:pPr marL="863599" lvl="1" indent="-431800" algn="l">
              <a:lnSpc>
                <a:spcPts val="7999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Thành thạo NestJS, ReactJS.</a:t>
            </a:r>
          </a:p>
          <a:p>
            <a:pPr marL="863599" lvl="1" indent="-431800" algn="l">
              <a:lnSpc>
                <a:spcPts val="7999"/>
              </a:lnSpc>
              <a:buFont typeface="Arial"/>
              <a:buChar char="•"/>
            </a:pPr>
            <a:r>
              <a:rPr lang="en-US" sz="400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Có thêm kiến thức phân tích, thiết kế, triển khai và kiểm thử.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184DF-D9B2-1CB8-328D-D3809D9DA9B1}"/>
              </a:ext>
            </a:extLst>
          </p:cNvPr>
          <p:cNvSpPr txBox="1"/>
          <p:nvPr/>
        </p:nvSpPr>
        <p:spPr>
          <a:xfrm>
            <a:off x="1268165" y="542481"/>
            <a:ext cx="11437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5. KẾT QUẢ DẠT ĐƯỢC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429FE-FE01-D6A9-32E6-4A0E40D925D6}"/>
              </a:ext>
            </a:extLst>
          </p:cNvPr>
          <p:cNvSpPr txBox="1"/>
          <p:nvPr/>
        </p:nvSpPr>
        <p:spPr>
          <a:xfrm>
            <a:off x="16537914" y="8885129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 rot="-1450266" flipH="1">
            <a:off x="144123" y="125093"/>
            <a:ext cx="798342" cy="874895"/>
          </a:xfrm>
          <a:custGeom>
            <a:avLst/>
            <a:gdLst/>
            <a:ahLst/>
            <a:cxnLst/>
            <a:rect l="l" t="t" r="r" b="b"/>
            <a:pathLst>
              <a:path w="798342" h="874895">
                <a:moveTo>
                  <a:pt x="798342" y="0"/>
                </a:moveTo>
                <a:lnTo>
                  <a:pt x="0" y="0"/>
                </a:lnTo>
                <a:lnTo>
                  <a:pt x="0" y="874895"/>
                </a:lnTo>
                <a:lnTo>
                  <a:pt x="798342" y="874895"/>
                </a:lnTo>
                <a:lnTo>
                  <a:pt x="7983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500288">
            <a:off x="15000510" y="-2374652"/>
            <a:ext cx="7298980" cy="4114800"/>
          </a:xfrm>
          <a:custGeom>
            <a:avLst/>
            <a:gdLst/>
            <a:ahLst/>
            <a:cxnLst/>
            <a:rect l="l" t="t" r="r" b="b"/>
            <a:pathLst>
              <a:path w="7298980" h="4114800">
                <a:moveTo>
                  <a:pt x="0" y="0"/>
                </a:moveTo>
                <a:lnTo>
                  <a:pt x="7298980" y="0"/>
                </a:lnTo>
                <a:lnTo>
                  <a:pt x="72989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7259300" y="9980202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592310" y="8325730"/>
            <a:ext cx="4001062" cy="3390900"/>
          </a:xfrm>
          <a:custGeom>
            <a:avLst/>
            <a:gdLst/>
            <a:ahLst/>
            <a:cxnLst/>
            <a:rect l="l" t="t" r="r" b="b"/>
            <a:pathLst>
              <a:path w="4001062" h="3390900">
                <a:moveTo>
                  <a:pt x="0" y="0"/>
                </a:moveTo>
                <a:lnTo>
                  <a:pt x="4001062" y="0"/>
                </a:lnTo>
                <a:lnTo>
                  <a:pt x="4001062" y="3390901"/>
                </a:lnTo>
                <a:lnTo>
                  <a:pt x="0" y="33909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F390E4-2C59-DDD5-F345-9C522A78F699}"/>
              </a:ext>
            </a:extLst>
          </p:cNvPr>
          <p:cNvSpPr txBox="1"/>
          <p:nvPr/>
        </p:nvSpPr>
        <p:spPr>
          <a:xfrm>
            <a:off x="1444316" y="562540"/>
            <a:ext cx="115864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solidFill>
                  <a:srgbClr val="00B05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5. HƯỚNG PHÁT TRIỂN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CE75B4D-2206-1734-DE54-38A3334980C8}"/>
              </a:ext>
            </a:extLst>
          </p:cNvPr>
          <p:cNvSpPr/>
          <p:nvPr/>
        </p:nvSpPr>
        <p:spPr>
          <a:xfrm>
            <a:off x="3763464" y="1578203"/>
            <a:ext cx="3196767" cy="2556065"/>
          </a:xfrm>
          <a:custGeom>
            <a:avLst/>
            <a:gdLst/>
            <a:ahLst/>
            <a:cxnLst/>
            <a:rect l="l" t="t" r="r" b="b"/>
            <a:pathLst>
              <a:path w="3196767" h="2556065">
                <a:moveTo>
                  <a:pt x="0" y="0"/>
                </a:moveTo>
                <a:lnTo>
                  <a:pt x="3196767" y="0"/>
                </a:lnTo>
                <a:lnTo>
                  <a:pt x="3196767" y="2556065"/>
                </a:lnTo>
                <a:lnTo>
                  <a:pt x="0" y="25560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E23FF-1E39-F2EA-E4A4-E3102C96928A}"/>
              </a:ext>
            </a:extLst>
          </p:cNvPr>
          <p:cNvSpPr txBox="1"/>
          <p:nvPr/>
        </p:nvSpPr>
        <p:spPr>
          <a:xfrm>
            <a:off x="7848600" y="1886739"/>
            <a:ext cx="73292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 Bold"/>
              </a:rPr>
              <a:t>Tối Ưu Mã Nguồn</a:t>
            </a:r>
          </a:p>
          <a:p>
            <a:pPr algn="l"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Nâng cao hiệu năng và tối ưu hóa hệ thống.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5F80-CD56-B9BE-F09F-3CA8A16C2B6F}"/>
              </a:ext>
            </a:extLst>
          </p:cNvPr>
          <p:cNvSpPr txBox="1"/>
          <p:nvPr/>
        </p:nvSpPr>
        <p:spPr>
          <a:xfrm>
            <a:off x="7848600" y="4959675"/>
            <a:ext cx="8686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Phát Triển Ứng Dụng</a:t>
            </a:r>
          </a:p>
          <a:p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Phát triển mobile app trên Android &amp; iOS.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925864F-0FE7-2C67-FA1D-6A780FDD831F}"/>
              </a:ext>
            </a:extLst>
          </p:cNvPr>
          <p:cNvSpPr/>
          <p:nvPr/>
        </p:nvSpPr>
        <p:spPr>
          <a:xfrm>
            <a:off x="3886200" y="4564368"/>
            <a:ext cx="3074030" cy="2357197"/>
          </a:xfrm>
          <a:custGeom>
            <a:avLst/>
            <a:gdLst/>
            <a:ahLst/>
            <a:cxnLst/>
            <a:rect l="l" t="t" r="r" b="b"/>
            <a:pathLst>
              <a:path w="2916802" h="2512096">
                <a:moveTo>
                  <a:pt x="0" y="0"/>
                </a:moveTo>
                <a:lnTo>
                  <a:pt x="2916802" y="0"/>
                </a:lnTo>
                <a:lnTo>
                  <a:pt x="2916802" y="2512095"/>
                </a:lnTo>
                <a:lnTo>
                  <a:pt x="0" y="25120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3699B85B-A5F3-7C02-2DDD-7AB03D7FAECE}"/>
              </a:ext>
            </a:extLst>
          </p:cNvPr>
          <p:cNvSpPr/>
          <p:nvPr/>
        </p:nvSpPr>
        <p:spPr>
          <a:xfrm>
            <a:off x="3641681" y="7351665"/>
            <a:ext cx="3595840" cy="2306193"/>
          </a:xfrm>
          <a:custGeom>
            <a:avLst/>
            <a:gdLst/>
            <a:ahLst/>
            <a:cxnLst/>
            <a:rect l="l" t="t" r="r" b="b"/>
            <a:pathLst>
              <a:path w="3595840" h="2306193">
                <a:moveTo>
                  <a:pt x="0" y="0"/>
                </a:moveTo>
                <a:lnTo>
                  <a:pt x="3595840" y="0"/>
                </a:lnTo>
                <a:lnTo>
                  <a:pt x="3595840" y="2306193"/>
                </a:lnTo>
                <a:lnTo>
                  <a:pt x="0" y="2306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6845C2-2E25-C1F8-0628-420331D9702D}"/>
              </a:ext>
            </a:extLst>
          </p:cNvPr>
          <p:cNvSpPr txBox="1"/>
          <p:nvPr/>
        </p:nvSpPr>
        <p:spPr>
          <a:xfrm>
            <a:off x="7848600" y="7987311"/>
            <a:ext cx="115774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4000" b="1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 Bold"/>
              </a:rPr>
              <a:t>Hoàn Thiện Tính Năng</a:t>
            </a:r>
          </a:p>
          <a:p>
            <a:pPr algn="l"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Roboto Condensed"/>
              </a:rPr>
              <a:t> Cải tiến và mở rộng các chức năng.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19635F-92E4-E124-0696-16717B016DBA}"/>
              </a:ext>
            </a:extLst>
          </p:cNvPr>
          <p:cNvSpPr txBox="1"/>
          <p:nvPr/>
        </p:nvSpPr>
        <p:spPr>
          <a:xfrm>
            <a:off x="16535400" y="8802918"/>
            <a:ext cx="983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75000"/>
                    <a:lumOff val="2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  <a:sym typeface="Chau Philomene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9"/>
          <p:cNvSpPr/>
          <p:nvPr/>
        </p:nvSpPr>
        <p:spPr>
          <a:xfrm>
            <a:off x="11261753" y="8951502"/>
            <a:ext cx="1657294" cy="613597"/>
          </a:xfrm>
          <a:custGeom>
            <a:avLst/>
            <a:gdLst/>
            <a:ahLst/>
            <a:cxnLst/>
            <a:rect l="l" t="t" r="r" b="b"/>
            <a:pathLst>
              <a:path w="1657294" h="613597">
                <a:moveTo>
                  <a:pt x="0" y="0"/>
                </a:moveTo>
                <a:lnTo>
                  <a:pt x="1657294" y="0"/>
                </a:lnTo>
                <a:lnTo>
                  <a:pt x="1657294" y="613596"/>
                </a:lnTo>
                <a:lnTo>
                  <a:pt x="0" y="61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456" t="-88726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9B120-4B53-8A3D-1EFB-4AE94DD264CA}"/>
              </a:ext>
            </a:extLst>
          </p:cNvPr>
          <p:cNvSpPr txBox="1"/>
          <p:nvPr/>
        </p:nvSpPr>
        <p:spPr>
          <a:xfrm>
            <a:off x="4948084" y="4291469"/>
            <a:ext cx="9896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D420FE2-20F2-4795-0D2F-3E9E25D0A1B5}"/>
              </a:ext>
            </a:extLst>
          </p:cNvPr>
          <p:cNvSpPr txBox="1"/>
          <p:nvPr/>
        </p:nvSpPr>
        <p:spPr>
          <a:xfrm>
            <a:off x="5462712" y="3466026"/>
            <a:ext cx="7362575" cy="177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 b="1">
                <a:solidFill>
                  <a:srgbClr val="222831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33D10DB-9A88-27CA-A5AB-4D14942516DB}"/>
              </a:ext>
            </a:extLst>
          </p:cNvPr>
          <p:cNvSpPr txBox="1"/>
          <p:nvPr/>
        </p:nvSpPr>
        <p:spPr>
          <a:xfrm>
            <a:off x="5462712" y="4834694"/>
            <a:ext cx="7362575" cy="177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19"/>
              </a:lnSpc>
            </a:pPr>
            <a:r>
              <a:rPr lang="en-US" sz="10299" b="1">
                <a:solidFill>
                  <a:srgbClr val="29A19C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YOU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C1320D0D-A296-DD3C-04C1-403FCC13B35B}"/>
              </a:ext>
            </a:extLst>
          </p:cNvPr>
          <p:cNvSpPr/>
          <p:nvPr/>
        </p:nvSpPr>
        <p:spPr>
          <a:xfrm rot="994781">
            <a:off x="-12589976" y="-6264394"/>
            <a:ext cx="17470915" cy="11784926"/>
          </a:xfrm>
          <a:custGeom>
            <a:avLst/>
            <a:gdLst/>
            <a:ahLst/>
            <a:cxnLst/>
            <a:rect l="l" t="t" r="r" b="b"/>
            <a:pathLst>
              <a:path w="17470915" h="11784926">
                <a:moveTo>
                  <a:pt x="0" y="0"/>
                </a:moveTo>
                <a:lnTo>
                  <a:pt x="17470915" y="0"/>
                </a:lnTo>
                <a:lnTo>
                  <a:pt x="17470915" y="11784926"/>
                </a:lnTo>
                <a:lnTo>
                  <a:pt x="0" y="11784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810506F-8F09-7311-2CC7-60B0372AC0A4}"/>
              </a:ext>
            </a:extLst>
          </p:cNvPr>
          <p:cNvSpPr/>
          <p:nvPr/>
        </p:nvSpPr>
        <p:spPr>
          <a:xfrm rot="20146417">
            <a:off x="12065892" y="2693662"/>
            <a:ext cx="17470915" cy="11784926"/>
          </a:xfrm>
          <a:custGeom>
            <a:avLst/>
            <a:gdLst/>
            <a:ahLst/>
            <a:cxnLst/>
            <a:rect l="l" t="t" r="r" b="b"/>
            <a:pathLst>
              <a:path w="17470915" h="11784926">
                <a:moveTo>
                  <a:pt x="0" y="0"/>
                </a:moveTo>
                <a:lnTo>
                  <a:pt x="17470916" y="0"/>
                </a:lnTo>
                <a:lnTo>
                  <a:pt x="17470916" y="11784926"/>
                </a:lnTo>
                <a:lnTo>
                  <a:pt x="0" y="11784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858</Words>
  <Application>Microsoft Office PowerPoint</Application>
  <PresentationFormat>Custom</PresentationFormat>
  <Paragraphs>158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Roboto Condensed Bold</vt:lpstr>
      <vt:lpstr>Arial</vt:lpstr>
      <vt:lpstr>Helvetica World</vt:lpstr>
      <vt:lpstr>Calibri</vt:lpstr>
      <vt:lpstr>Helvetica World Bold</vt:lpstr>
      <vt:lpstr>Aptos</vt:lpstr>
      <vt:lpstr>Roboto Condensed</vt:lpstr>
      <vt:lpstr>Chau Philomene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Eco-Friendly Proposal Presentation</dc:title>
  <dc:creator>Cao Khai Minh</dc:creator>
  <cp:lastModifiedBy>Cao Khai Minh</cp:lastModifiedBy>
  <cp:revision>3</cp:revision>
  <dcterms:created xsi:type="dcterms:W3CDTF">2006-08-16T00:00:00Z</dcterms:created>
  <dcterms:modified xsi:type="dcterms:W3CDTF">2025-07-07T15:15:42Z</dcterms:modified>
  <dc:identifier>DAGsYM5C82E</dc:identifier>
</cp:coreProperties>
</file>